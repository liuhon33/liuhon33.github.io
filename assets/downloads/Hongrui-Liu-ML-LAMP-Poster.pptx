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4" d="100"/>
          <a:sy n="84" d="100"/>
        </p:scale>
        <p:origin x="8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C41C-0FED-3195-404F-B005FBD24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DCF2-BB44-7526-743B-A001A5317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6FF095-7A08-9D4E-5856-5C93E1B24ED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13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6834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9cd592d9a152d6b3e400322"/>
  <p:tag name="BIOJSON" val="{&quot;id&quot;:&quot;d525e2b3-e136-48a5-b37f-f436b1dc26ed&quot;,&quot;objects&quot;:{&quot;cb8a05fc-01f0-466d-8f3f-9f22fb81c26b&quot;:{&quot;id&quot;:&quot;cb8a05fc-01f0-466d-8f3f-9f22fb81c26b&quot;,&quot;type&quot;:&quot;FIGURE_OBJECT&quot;,&quot;document&quot;:{&quot;type&quot;:&quot;FIGURE&quot;,&quot;canvasType&quot;:&quot;POSTER&quot;,&quot;units&quot;:&quot;cm&quot;,&quot;title&quot;:&quot;Classic Landscape 1&quot;,&quot;aspectRatio&quot;:0},&quot;parent&quot;:{&quot;parentId&quot;:&quot;d525e2b3-e136-48a5-b37f-f436b1dc26ed&quot;,&quot;type&quot;:&quot;DOCUMENT&quot;,&quot;order&quot;:&quot;5&quot;},&quot;source&quot;:{&quot;id&quot;:&quot;620eaf6e10c405004c54852a&quot;,&quot;type&quot;:&quot;TEMPLATES&quot;}},&quot;8ec927fc-4eeb-4371-a423-52cc3ef97e62&quot;:{&quot;id&quot;:&quot;8ec927fc-4eeb-4371-a423-52cc3ef97e62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4573.228346456693,&quot;y&quot;:2588.9763779527557}},&quot;pathStyles&quot;:[{&quot;type&quot;:&quot;FILL&quot;,&quot;fillStyle&quot;:&quot;rgba(0,0,0,0)&quot;}],&quot;parent&quot;:{&quot;type&quot;:&quot;FRAME&quot;,&quot;parentId&quot;:&quot;cb8a05fc-01f0-466d-8f3f-9f22fb81c26b&quot;,&quot;order&quot;:&quot;5&quot;}},&quot;c2f99ba4-b5c0-4ccd-9413-ae3b49043e13&quot;:{&quot;boxContainer&quot;:{&quot;boxSize&quot;: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globalPosterStyle&quot;:{&quot;title&quot;:{&quot;backgroundColor&quot;:&quot;#183B77&quot;,&quot;textColor&quot;:&quot;#ffffff&quot;,&quot;fontSize&quot;:96,&quot;fontWeight&quot;:&quot;bold&quot;,&quot;fontFamily&quot;:&quot;Roboto&quot;},&quot;subtitle&quot;:{&quot;backgroundColor&quot;:&quot;#235296&quot;,&quot;textColor&quot;:&quot;#ffffff&quot;,&quot;fontSize&quot;:24,&quot;fontWeight&quot;:&quot;bold&quot;,&quot;fontFamily&quot;:&quot;Roboto&quot;},&quot;backgroundColor&quot;:&quot;#ffffff&quot;,&quot;sectionMargin&quot;:24,&quot;contentMargin&quot;:36,&quot;headerHeight&quot;:110.39999999999999,&quot;units&quot;:&quot;in&quot;,&quot;mainSection&quot;:{&quot;header&quot;:{&quot;backgroundColor&quot;:&quot;#183B77&quot;,&quot;textColor&quot;:&quot;#ffffff&quot;,&quot;fontSize&quot;:48,&quot;fontWeight&quot;:&quot;bold&quot;,&quot;fontFamily&quot;:&quot;Roboto&quot;},&quot;content&quot;:{&quot;backgroundColor&quot;:&quot;#E1EBF4&quot;,&quot;figureCaption&quot;:{&quot;textColor&quot;:&quot;#1C1C1C&quot;,&quot;fontSize&quot;:24,&quot;fontWeight&quot;:&quot;normal&quot;,&quot;fontFamily&quot;:&quot;Roboto&quot;},&quot;figureTitle&quot;:{&quot;textColor&quot;:&quot;#1C1C1C&quot;,&quot;fontSize&quot;:36,&quot;fontWeight&quot;:&quot;bold&quot;,&quot;fontFamily&quot;:&quot;Roboto&quot;},&quot;paragraph&quot;:{&quot;textColor&quot;:&quot;#1C1C1C&quot;,&quot;fontSize&quot;:30,&quot;fontWeight&quot;:&quot;normal&quot;,&quot;fontFamily&quot;:&quot;Roboto&quot;}}},&quot;secondarySection&quot;:{&quot;header&quot;:{&quot;backgroundColor&quot;:&quot;#1B86C1&quot;,&quot;textColor&quot;:&quot;#ffffff&quot;,&quot;fontWeight&quot;:&quot;bold&quot;,&quot;fontSize&quot;:48,&quot;fontFamily&quot;:&quot;Roboto&quot;},&quot;content&quot;:{&quot;backgroundColor&quot;:&quot;#ffffff&quot;,&quot;figureCaption&quot;:{&quot;textColor&quot;:&quot;#1C1C1C&quot;,&quot;fontSize&quot;:24,&quot;fontWeight&quot;:&quot;normal&quot;,&quot;fontFamily&quot;:&quot;Roboto&quot;},&quot;figureTitle&quot;:{&quot;textColor&quot;:&quot;#1C1C1C&quot;,&quot;fontSize&quot;:36,&quot;fontWeight&quot;:&quot;bold&quot;,&quot;fontFamily&quot;:&quot;Roboto&quot;},&quot;paragraph&quot;:{&quot;textColor&quot;:&quot;#1C1C1C&quot;,&quot;fontSize&quot;:30,&quot;fontWeight&quot;:&quot;normal&quot;,&quot;fontFamily&quot;:&quot;Roboto&quot;}}},&quot;originalThemeId&quot;:&quot;5eb956d94664617bbd223636&quot;},&quot;size&quot;:{&quot;x&quot;:4573.228346456693,&quot;y&quot;:2588.9763779527557},&quot;fill&quot;:&quot;#ffffff&quot;,&quot;content&quot;:&quot;FILL&quot;,&quot;alignmentVertical&quot;:&quot;START&quot;,&quot;alignmentHorizontal&quot;:&quot;START&quot;,&quot;contentBaseProperties&quot;:{}},&quot;relativeTransform&quot;:{&quot;translate&quot;:{&quot;x&quot;:0,&quot;y&quot;:0},&quot;scale&quot;:{&quot;x&quot;:1,&quot;y&quot;:1},&quot;rotate&quot;:0,&quot;skewX&quot;:0},&quot;id&quot;:&quot;c2f99ba4-b5c0-4ccd-9413-ae3b49043e13&quot;,&quot;type&quot;:&quot;FIGURE_OBJECT&quot;,&quot;parent&quot;:{&quot;type&quot;:&quot;CHILD&quot;,&quot;parentId&quot;:&quot;cb8a05fc-01f0-466d-8f3f-9f22fb81c26b&quot;,&quot;order&quot;:&quot;5&quot;}},&quot;6abb1e54-e6be-40be-9352-21a4f2fbb3f0&quot;:{&quot;boxContainer&quot;:{&quot;boxSize&quot;:0.8350714561606798,&quot;sectionType&quot;:&quot;UNSET&quot;,&quot;boxType&quot;:&quot;ROW&quot;,&quot;userOffset&quot;:{&quot;x&quot;:0,&quot;y&quot;:0},&quot;boxPadding&quot;:{&quot;left&quot;:12,&quot;top&quot;:12,&quot;right&quot;:12,&quot;bottom&quot;:12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,&quot;contentBaseProperties&quot;:{}},&quot;relativeTransform&quot;:{&quot;translate&quot;:{&quot;x&quot;:0,&quot;y&quot;:213.49805202507275},&quot;scale&quot;:{&quot;x&quot;:1,&quot;y&quot;:1},&quot;rotate&quot;:0,&quot;skewX&quot;:0},&quot;id&quot;:&quot;6abb1e54-e6be-40be-9352-21a4f2fbb3f0&quot;,&quot;type&quot;:&quot;FIGURE_OBJECT&quot;,&quot;parent&quot;:{&quot;type&quot;:&quot;CHILD&quot;,&quot;parentId&quot;:&quot;c2f99ba4-b5c0-4ccd-9413-ae3b49043e13&quot;,&quot;order&quot;:&quot;7&quot;}},&quot;b82457e8-52a6-4da5-a787-081369f5841b&quot;:{&quot;boxContainer&quot;:{&quot;boxSize&quot;:0.313872036198578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-1564.4428555454028,&quot;y&quot;:0},&quot;scale&quot;:{&quot;x&quot;:1,&quot;y&quot;:1},&quot;rotate&quot;:0,&quot;skewX&quot;:0},&quot;id&quot;:&quot;b82457e8-52a6-4da5-a787-081369f5841b&quot;,&quot;type&quot;:&quot;FIGURE_OBJECT&quot;,&quot;parent&quot;:{&quot;type&quot;:&quot;CHILD&quot;,&quot;parentId&quot;:&quot;6abb1e54-e6be-40be-9352-21a4f2fbb3f0&quot;,&quot;order&quot;:&quot;5&quot;}},&quot;c2d9e573-4b30-48f3-8ae7-6a731ec3c5b8&quot;:{&quot;boxContainer&quot;:{&quot;boxSize&quot;:0.2951356407857811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,&quot;contentBaseProperties&quot;:{}},&quot;relativeTransform&quot;:{&quot;translate&quot;:{&quot;x&quot;:0,&quot;y&quot;:-753.4930478885017},&quot;scale&quot;:{&quot;x&quot;:1,&quot;y&quot;:1},&quot;rotate&quot;:0,&quot;skewX&quot;:0},&quot;id&quot;:&quot;c2d9e573-4b30-48f3-8ae7-6a731ec3c5b8&quot;,&quot;type&quot;:&quot;FIGURE_OBJECT&quot;,&quot;parent&quot;:{&quot;type&quot;:&quot;CHILD&quot;,&quot;parentId&quot;:&quot;b82457e8-52a6-4da5-a787-081369f5841b&quot;,&quot;order&quot;:&quot;7&quot;}},&quot;a4e47cf4-8ecf-4272-b2d7-246cebebbcef&quot;:{&quot;boxContainer&quot;:{&quot;boxSize&quot;:1,&quot;sectionType&quot;:&quot;SECTION&quot;,&quot;boxType&quot;:&quot;COLUMN&quot;,&quot;boxStyleType&quot;:&quot;SECONDARY_SECTION&quot;,&quot;margin&quot;:{&quot;left&quot;:12,&quot;top&quot;:12,&quot;right&quot;:12,&quot;bottom&quot;:12},&quot;userOffset&quot;:{&quot;x&quot;:0,&quot;y&quot;:0},&quot;boxPadding&quot;:{&quot;top&quot;:0,&quot;left&quot;:0,&quot;bottom&quot;:0,&quot;right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fill&quot;:&quot;#ffffff&quot;,&quot;content&quot;:&quot;FILL&quot;,&quot;alignmentVertical&quot;:&quot;START&quot;,&quot;alignmentHorizontal&quot;:&quot;START&quot;,&quot;contentBaseProperties&quot;:{}},&quot;relativeTransform&quot;:{&quot;translate&quot;:{&quot;x&quot;:0,&quot;y&quot;:0},&quot;scale&quot;:{&quot;x&quot;:1,&quot;y&quot;:1},&quot;rotate&quot;:0,&quot;skewX&quot;:0},&quot;id&quot;:&quot;a4e47cf4-8ecf-4272-b2d7-246cebebbcef&quot;,&quot;type&quot;:&quot;FIGURE_OBJECT&quot;,&quot;parent&quot;:{&quot;type&quot;:&quot;CHILD&quot;,&quot;parentId&quot;:&quot;c2d9e573-4b30-48f3-8ae7-6a731ec3c5b8&quot;,&quot;order&quot;:&quot;5&quot;}},&quot;08aa91a0-88d7-4216-ab6b-29ba2ee62fc4&quot;:{&quot;boxContainer&quot;:{&quot;boxSize&quot;:110.39999999999999,&quot;sectionType&quot;:&quot;UNSET&quot;,&quot;boxType&quot;:&quot;HEADER&quot;,&quot;content&quot;:&quot;FILL_SHRINK&quot;,&quot;contentBaseProperties&quot;:{&quot;fontSize&quot;:64,&quot;overflowWidth&quot;:948},&quot;targetSize&quot;:110.39999999999999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fill&quot;:&quot;rgb(255, 182, 82)&quot;,&quot;alignmentVertical&quot;:&quot;START&quot;,&quot;alignmentHorizontal&quot;:&quot;START&quot;,&quot;userDefinedProperties&quot;:{&quot;color&quot;:true,&quot;fontSize&quot;:true,&quot;fontFamily&quot;:true,&quot;fontWeight&quot;:true,&quot;fill&quot;:true,&quot;contentMargin&quot;:true}},&quot;relativeTransform&quot;:{&quot;translate&quot;:{&quot;x&quot;:0,&quot;y&quot;:-248.2970890628033},&quot;scale&quot;:{&quot;x&quot;:1,&quot;y&quot;:1},&quot;rotate&quot;:0,&quot;skewX&quot;:0},&quot;id&quot;:&quot;08aa91a0-88d7-4216-ab6b-29ba2ee62fc4&quot;,&quot;type&quot;:&quot;FIGURE_OBJECT&quot;,&quot;parent&quot;:{&quot;type&quot;:&quot;CHILD&quot;,&quot;parentId&quot;:&quot;a4e47cf4-8ecf-4272-b2d7-246cebebbcef&quot;,&quot;order&quot;:&quot;5&quot;}},&quot;5f2dbc4e-635b-461d-bccc-56b516aa306d&quot;:{&quot;id&quot;:&quot;5f2dbc4e-635b-461d-bccc-56b516aa306d&quot;,&quot;type&quot;:&quot;FIGURE_OBJECT&quot;,&quot;parent&quot;:{&quot;parentId&quot;:&quot;08aa91a0-88d7-4216-ab6b-29ba2ee62fc4&quot;,&quot;type&quot;:&quot;CHILD&quot;,&quot;order&quot;:&quot;5&quot;},&quot;text&quot;:{&quot;textData&quot;:{&quot;lineSpacing&quot;:&quot;half&quot;,&quot;alignment&quot;:&quot;center&quot;,&quot;lines&quot;:[{&quot;runs&quot;:[{&quot;style&quot;:{&quot;fontFamily&quot;:&quot;Roboto&quot;,&quot;fontSize&quot;:64,&quot;color&quot;:&quot;#ffffff&quot;,&quot;fontWeight&quot;:&quot;bold&quot;,&quot;fontStyle&quot;:&quot;normal&quot;,&quot;decoration&quot;:&quot;none&quot;,&quot;script&quot;:&quot;none&quot;},&quot;range&quot;:[0,11]}],&quot;text&quot;:&quot;INTRODUCTION&quot;,&quot;baseStyle&quot;:{&quot;fontFamily&quot;:&quot;Roboto&quot;,&quot;fontSize&quot;:64,&quot;color&quot;:&quot;#ffffff&quot;,&quot;fontWeight&quot;:&quot;bold&quot;,&quot;fontStyle&quot;:&quot;normal&quot;,&quot;decoration&quot;:&quot;none&quot;,&quot;script&quot;:&quot;none&quot;}}],&quot;verticalAlign&quot;:&quot;CENTER&quot;},&quot;format&quot;:&quot;BETTER_TEXT&quot;,&quot;size&quot;:{&quot;x&quot;:1396.3426353658867,&quot;y&quot;:110.39999999999999},&quot;targetSize&quot;:{&quot;x&quot;:1396.3426353658867,&quot;y&quot;:53.33333333333333},&quot;verticalAlign&quot;:&quot;CENTER&quot;},&quot;relativeTransform&quot;:{&quot;scale&quot;:{&quot;x&quot;:1,&quot;y&quot;:1},&quot;translate&quot;:{&quot;x&quot;:0,&quot;y&quot;:0}}},&quot;a95c963b-a7f9-48bc-a496-651b3830fa01&quot;:{&quot;boxContainer&quot;:{&quot;boxSize&quot;:0.8181201665872408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,&quot;contentBaseProperties&quot;:{},&quot;userDefinedProperties&quot;:{&quot;contentMargin&quot;:true}},&quot;relativeTransform&quot;:{&quot;translate&quot;:{&quot;x&quot;:0,&quot;y&quot;:55.19999999999999},&quot;scale&quot;:{&quot;x&quot;:1,&quot;y&quot;:1},&quot;rotate&quot;:0,&quot;skewX&quot;:0},&quot;id&quot;:&quot;a95c963b-a7f9-48bc-a496-651b3830fa01&quot;,&quot;type&quot;:&quot;FIGURE_OBJECT&quot;,&quot;parent&quot;:{&quot;type&quot;:&quot;CHILD&quot;,&quot;parentId&quot;:&quot;a4e47cf4-8ecf-4272-b2d7-246cebebbcef&quot;,&quot;order&quot;:&quot;7&quot;}},&quot;e471cde8-253d-43b4-b52f-d78ca24c06d3&quot;:{&quot;boxContainer&quot;:{&quot;boxSize&quot;:0.7048643592142189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,&quot;contentBaseProperties&quot;:{}},&quot;relativeTransform&quot;:{&quot;translate&quot;:{&quot;x&quot;:0,&quot;y&quot;:315.4970890628033},&quot;scale&quot;:{&quot;x&quot;:1,&quot;y&quot;:1},&quot;rotate&quot;:0,&quot;skewX&quot;:0},&quot;id&quot;:&quot;e471cde8-253d-43b4-b52f-d78ca24c06d3&quot;,&quot;type&quot;:&quot;FIGURE_OBJECT&quot;,&quot;parent&quot;:{&quot;type&quot;:&quot;CHILD&quot;,&quot;parentId&quot;:&quot;b82457e8-52a6-4da5-a787-081369f5841b&quot;,&quot;order&quot;:&quot;8&quot;}},&quot;71dc85be-d35f-44bf-a5fb-5e195ee5d6b0&quot;:{&quot;boxContainer&quot;:{&quot;boxSize&quot;:1,&quot;sectionType&quot;:&quot;SECTION&quot;,&quot;boxType&quot;:&quot;COLUMN&quot;,&quot;boxStyleType&quot;:&quot;SECONDARY_SECTION&quot;,&quot;margin&quot;:{&quot;left&quot;:12,&quot;top&quot;:12,&quot;right&quot;:12,&quot;bottom&quot;:12},&quot;userOffset&quot;:{&quot;x&quot;:0,&quot;y&quot;:0},&quot;boxPadding&quot;:{&quot;top&quot;:0,&quot;left&quot;:0,&quot;bottom&quot;:0,&quot;right&quot;:0},&quot;border&quot;:{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,&quot;left&quot;:{&quot;thickness&quot;:0,&quot;color&quot;:&quot;transparent&quot;,&quot;length&quot;:0}},&quot;fill&quot;:&quot;#ffffff&quot;,&quot;content&quot;:&quot;FILL&quot;,&quot;alignmentVertical&quot;:&quot;START&quot;,&quot;alignmentHorizontal&quot;:&quot;START&quot;,&quot;contentBaseProperties&quot;:{}},&quot;relativeTransform&quot;:{&quot;translate&quot;:{&quot;x&quot;:0,&quot;y&quot;:0},&quot;scale&quot;:{&quot;x&quot;:1,&quot;y&quot;:1},&quot;rotate&quot;:0,&quot;skewX&quot;:0},&quot;id&quot;:&quot;71dc85be-d35f-44bf-a5fb-5e195ee5d6b0&quot;,&quot;type&quot;:&quot;FIGURE_OBJECT&quot;,&quot;parent&quot;:{&quot;type&quot;:&quot;CHILD&quot;,&quot;parentId&quot;:&quot;e471cde8-253d-43b4-b52f-d78ca24c06d3&quot;,&quot;order&quot;:&quot;5&quot;}},&quot;3810db8c-4203-4f73-ba76-447f9258476a&quot;:{&quot;boxContainer&quot;:{&quot;boxSize&quot;:110.39999999999999,&quot;sectionType&quot;:&quot;UNSET&quot;,&quot;boxType&quot;:&quot;HEADER&quot;,&quot;content&quot;:&quot;FILL_SHRINK&quot;,&quot;contentBaseProperties&quot;:{&quot;fontSize&quot;:64,&quot;overflowWidth&quot;:948},&quot;targetSize&quot;:110.39999999999999,&quot;userOffset&quot;:{&quot;x&quot;:0,&quot;y&quot;:0},&quot;boxPadding&quot;:{&quot;left&quot;:0,&quot;top&quot;:0,&quot;right&quot;:0,&quot;bottom&quot;:0},&quot;margin&quot;:{&quot;top&quot;:0,&quot;left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fill&quot;:&quot;rgb(255, 182, 82)&quot;,&quot;alignmentVertical&quot;:&quot;START&quot;,&quot;alignmentHorizontal&quot;:&quot;START&quot;,&quot;userDefinedProperties&quot;:{&quot;fill&quot;:true,&quot;contentMargin&quot;:true}},&quot;relativeTransform&quot;:{&quot;translate&quot;:{&quot;x&quot;:0,&quot;y&quot;:-686.2930478885016},&quot;scale&quot;:{&quot;x&quot;:1,&quot;y&quot;:1},&quot;rotate&quot;:0,&quot;skewX&quot;:0},&quot;id&quot;:&quot;3810db8c-4203-4f73-ba76-447f9258476a&quot;,&quot;type&quot;:&quot;FIGURE_OBJECT&quot;,&quot;parent&quot;:{&quot;type&quot;:&quot;CHILD&quot;,&quot;parentId&quot;:&quot;71dc85be-d35f-44bf-a5fb-5e195ee5d6b0&quot;,&quot;order&quot;:&quot;5&quot;}},&quot;82c2c7c2-baf2-4f75-9439-5478a37ae17a&quot;:{&quot;id&quot;:&quot;82c2c7c2-baf2-4f75-9439-5478a37ae17a&quot;,&quot;type&quot;:&quot;FIGURE_OBJECT&quot;,&quot;parent&quot;:{&quot;parentId&quot;:&quot;3810db8c-4203-4f73-ba76-447f9258476a&quot;,&quot;type&quot;:&quot;CHILD&quot;,&quot;order&quot;:&quot;5&quot;},&quot;text&quot;:{&quot;textData&quot;:{&quot;lineSpacing&quot;:&quot;half&quot;,&quot;alignment&quot;:&quot;center&quot;,&quot;lines&quot;:[{&quot;runs&quot;:[{&quot;style&quot;:{&quot;fontFamily&quot;:&quot;Roboto&quot;,&quot;fontSize&quot;:64,&quot;color&quot;:&quot;#ffffff&quot;,&quot;fontWeight&quot;:&quot;bold&quot;,&quot;fontStyle&quot;:&quot;normal&quot;,&quot;decoration&quot;:&quot;none&quot;,&quot;script&quot;:&quot;none&quot;},&quot;range&quot;:[0,6]}],&quot;text&quot;:&quot;METHODS&quot;,&quot;baseStyle&quot;:{&quot;fontFamily&quot;:&quot;Roboto&quot;,&quot;fontSize&quot;:64,&quot;color&quot;:&quot;#ffffff&quot;,&quot;fontWeight&quot;:&quot;bold&quot;,&quot;fontStyle&quot;:&quot;normal&quot;,&quot;decoration&quot;:&quot;none&quot;,&quot;script&quot;:&quot;none&quot;}}],&quot;verticalAlign&quot;:&quot;CENTER&quot;},&quot;format&quot;:&quot;BETTER_TEXT&quot;,&quot;size&quot;:{&quot;x&quot;:1396.3426353658867,&quot;y&quot;:110.39999999999999},&quot;targetSize&quot;:{&quot;x&quot;:1396.3426353658867,&quot;y&quot;:53.33333333333333},&quot;verticalAlign&quot;:&quot;CENTER&quot;},&quot;relativeTransform&quot;:{&quot;scale&quot;:{&quot;x&quot;:1,&quot;y&quot;:1},&quot;translate&quot;:{&quot;x&quot;:0,&quot;y&quot;:0}}},&quot;a1f91261-c9f0-4872-8f40-c44fc2de6289&quot;:{&quot;boxContainer&quot;:{&quot;boxSize&quot;:0.4470998204339269,&quot;sectionType&quot;:&quot;SECTION&quot;,&quot;boxType&quot;:&quot;COLUMN&quot;,&quot;boxStyleType&quot;:&quot;MAIN_SECTION&quot;,&quot;userOffset&quot;:{&quot;x&quot;:0,&quot;y&quot;:0},&quot;boxPadding&quot;:{&quot;top&quot;:0,&quot;left&quot;:0,&quot;bottom&quot;:0,&quot;right&quot;:0},&quot;margin&quot;:{&quot;left&quot;:12,&quot;top&quot;:12,&quot;right&quot;:12,&quot;bottom&quot;:12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fill&quot;:&quot;rgba(0,0,0,0)&quot;,&quot;content&quot;:&quot;FILL&quot;,&quot;alignmentVertical&quot;:&quot;START&quot;,&quot;alignmentHorizontal&quot;:&quot;START&quot;,&quot;contentBaseProperties&quot;:{},&quot;userDefinedProperties&quot;:{&quot;fill&quot;:true}},&quot;relativeTransform&quot;:{&quot;translate&quot;:{&quot;x&quot;:169.34285269919212,&quot;y&quot;:0},&quot;scale&quot;:{&quot;x&quot;:1,&quot;y&quot;:1},&quot;rotate&quot;:0,&quot;skewX&quot;:0},&quot;id&quot;:&quot;a1f91261-c9f0-4872-8f40-c44fc2de6289&quot;,&quot;type&quot;:&quot;FIGURE_OBJECT&quot;,&quot;parent&quot;:{&quot;type&quot;:&quot;CHILD&quot;,&quot;parentId&quot;:&quot;6abb1e54-e6be-40be-9352-21a4f2fbb3f0&quot;,&quot;order&quot;:&quot;6&quot;}},&quot;ec9497ba-1979-4e34-9b52-dc576edbfd67&quot;:{&quot;boxContainer&quot;:{&quot;boxSize&quot;:110.39999999999999,&quot;sectionType&quot;:&quot;UNSET&quot;,&quot;boxType&quot;:&quot;HEADER&quot;,&quot;content&quot;:&quot;FILL_SHRINK&quot;,&quot;contentBaseProperties&quot;:{&quot;fontSize&quot;:64,&quot;overflowWidth&quot;:2136},&quot;targetSize&quot;:110.39999999999999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fill&quot;:&quot;rgb(255, 182, 82)&quot;,&quot;alignmentVertical&quot;:&quot;START&quot;,&quot;alignmentHorizontal&quot;:&quot;START&quot;,&quot;userDefinedProperties&quot;:{&quot;color&quot;:true,&quot;fontSize&quot;:true,&quot;fontFamily&quot;:true,&quot;fontWeight&quot;:true,&quot;fill&quot;:true,&quot;contentMargin&quot;:true}},&quot;relativeTransform&quot;:{&quot;translate&quot;:{&quot;x&quot;:0,&quot;y&quot;:-1001.7901369513049},&quot;scale&quot;:{&quot;x&quot;:1,&quot;y&quot;:1},&quot;rotate&quot;:0,&quot;skewX&quot;:0},&quot;id&quot;:&quot;ec9497ba-1979-4e34-9b52-dc576edbfd67&quot;,&quot;type&quot;:&quot;FIGURE_OBJECT&quot;,&quot;parent&quot;:{&quot;type&quot;:&quot;CHILD&quot;,&quot;parentId&quot;:&quot;a1f91261-c9f0-4872-8f40-c44fc2de6289&quot;,&quot;order&quot;:&quot;5&quot;}},&quot;b73441d8-5c9b-470b-ae0c-69a268de2dbc&quot;:{&quot;id&quot;:&quot;b73441d8-5c9b-470b-ae0c-69a268de2dbc&quot;,&quot;type&quot;:&quot;FIGURE_OBJECT&quot;,&quot;parent&quot;:{&quot;parentId&quot;:&quot;ec9497ba-1979-4e34-9b52-dc576edbfd67&quot;,&quot;type&quot;:&quot;CHILD&quot;,&quot;order&quot;:&quot;5&quot;},&quot;text&quot;:{&quot;textData&quot;:{&quot;lineSpacing&quot;:&quot;half&quot;,&quot;alignment&quot;:&quot;center&quot;,&quot;lines&quot;:[{&quot;runs&quot;:[{&quot;style&quot;:{&quot;fontFamily&quot;:&quot;Roboto&quot;,&quot;fontSize&quot;:64,&quot;color&quot;:&quot;#ffffff&quot;,&quot;fontWeight&quot;:&quot;bold&quot;,&quot;fontStyle&quot;:&quot;normal&quot;,&quot;decoration&quot;:&quot;none&quot;,&quot;script&quot;:&quot;none&quot;},&quot;range&quot;:[0,6]}],&quot;text&quot;:&quot;RESULTS&quot;}],&quot;verticalAlign&quot;:&quot;CENTER&quot;,&quot;_lastCaretLocation&quot;:{&quot;lineIndex&quot;:0,&quot;runIndex&quot;:-1,&quot;charIndex&quot;:-1,&quot;endOfLine&quot;:true}},&quot;format&quot;:&quot;BETTER_TEXT&quot;,&quot;size&quot;:{&quot;x&quot;:2023.2287811233032,&quot;y&quot;:110.39999999999999},&quot;targetSize&quot;:{&quot;x&quot;:2023.2287811233032,&quot;y&quot;:53.33333333333333},&quot;verticalAlign&quot;:&quot;CENTER&quot;},&quot;relativeTransform&quot;:{&quot;scale&quot;:{&quot;x&quot;:1,&quot;y&quot;:1},&quot;translate&quot;:{&quot;x&quot;:0,&quot;y&quot;:0}}},&quot;e9657bc9-cf5a-43a3-8816-d3bccd445b34&quot;:{&quot;boxContainer&quot;:{&quot;boxSize&quot;:0.9477762392757852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,&quot;contentBaseProperties&quot;:{},&quot;userDefinedProperties&quot;:{&quot;contentMargin&quot;:true}},&quot;relativeTransform&quot;:{&quot;translate&quot;:{&quot;x&quot;:0,&quot;y&quot;:55.20000000000016},&quot;scale&quot;:{&quot;x&quot;:1,&quot;y&quot;:1},&quot;rotate&quot;:0,&quot;skewX&quot;:0},&quot;id&quot;:&quot;e9657bc9-cf5a-43a3-8816-d3bccd445b34&quot;,&quot;type&quot;:&quot;FIGURE_OBJECT&quot;,&quot;parent&quot;:{&quot;type&quot;:&quot;CHILD&quot;,&quot;parentId&quot;:&quot;a1f91261-c9f0-4872-8f40-c44fc2de6289&quot;,&quot;order&quot;:&quot;7&quot;}},&quot;9eae6019-25d0-4d41-92a0-d9120ed1d53a&quot;:{&quot;boxContainer&quot;:{&quot;boxSize&quot;:0.1649285438393202,&quot;sectionType&quot;:&quot;SECTION&quot;,&quot;boxType&quot;:&quot;ROW&quot;,&quot;boxStyleType&quot;:&quot;TITLE&quot;,&quot;userOffset&quot;:{&quot;x&quot;:0,&quot;y&quot;:0},&quot;boxPadding&quot;:{&quot;left&quot;:12,&quot;top&quot;:12,&quot;right&quot;:12,&quot;bottom&quot;:12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fill&quot;:&quot;rgb(110, 41, 141)&quot;,&quot;content&quot;:&quot;FILL&quot;,&quot;alignmentVertical&quot;:&quot;START&quot;,&quot;alignmentHorizontal&quot;:&quot;START&quot;,&quot;contentBaseProperties&quot;:{},&quot;userDefinedProperties&quot;:{&quot;fill&quot;:true}},&quot;relativeTransform&quot;:{&quot;translate&quot;:{&quot;x&quot;:0,&quot;y&quot;:-1080.990136951305},&quot;scale&quot;:{&quot;x&quot;:1,&quot;y&quot;:1},&quot;rotate&quot;:0,&quot;skewX&quot;:0},&quot;id&quot;:&quot;9eae6019-25d0-4d41-92a0-d9120ed1d53a&quot;,&quot;type&quot;:&quot;FIGURE_OBJECT&quot;,&quot;parent&quot;:{&quot;type&quot;:&quot;CHILD&quot;,&quot;parentId&quot;:&quot;c2f99ba4-b5c0-4ccd-9413-ae3b49043e13&quot;,&quot;order&quot;:&quot;5&quot;}},&quot;6f7d0ea3-0d38-453c-aea8-c12b5c157803&quot;:{&quot;boxContainer&quot;:{&quot;boxSize&quot;: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6f7d0ea3-0d38-453c-aea8-c12b5c157803&quot;,&quot;type&quot;:&quot;FIGURE_OBJECT&quot;,&quot;parent&quot;:{&quot;type&quot;:&quot;CHILD&quot;,&quot;parentId&quot;:&quot;9eae6019-25d0-4d41-92a0-d9120ed1d53a&quot;,&quot;order&quot;:&quot;7&quot;}},&quot;5adfd261-b3db-4251-accb-d2ed5eac9b90&quot;:{&quot;boxContainer&quot;:{&quot;boxSize&quot;:1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},&quot;relativeTransform&quot;:{&quot;translate&quot;:{&quot;x&quot;:0,&quot;y&quot;:0},&quot;scale&quot;:{&quot;x&quot;:1,&quot;y&quot;:1},&quot;rotate&quot;:0,&quot;skewX&quot;:0},&quot;id&quot;:&quot;5adfd261-b3db-4251-accb-d2ed5eac9b90&quot;,&quot;type&quot;:&quot;FIGURE_OBJECT&quot;,&quot;parent&quot;:{&quot;type&quot;:&quot;CHILD&quot;,&quot;parentId&quot;:&quot;6f7d0ea3-0d38-453c-aea8-c12b5c157803&quot;,&quot;order&quot;:&quot;3&quot;}},&quot;fb2cd505-dfff-4426-b17c-09ef0dac5ada&quot;:{&quot;boxContainer&quot;:{&quot;boxSize&quot;: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},&quot;relativeTransform&quot;:{&quot;translate&quot;:{&quot;x&quot;:0,&quot;y&quot;:0},&quot;scale&quot;:{&quot;x&quot;:1,&quot;y&quot;:1},&quot;rotate&quot;:0,&quot;skewX&quot;:0},&quot;id&quot;:&quot;fb2cd505-dfff-4426-b17c-09ef0dac5ada&quot;,&quot;type&quot;:&quot;FIGURE_OBJECT&quot;,&quot;parent&quot;:{&quot;type&quot;:&quot;CHILD&quot;,&quot;parentId&quot;:&quot;5adfd261-b3db-4251-accb-d2ed5eac9b90&quot;,&quot;order&quot;:&quot;7&quot;}},&quot;0e73e404-bf1a-45a1-b097-e940c57e4063&quot;:{&quot;boxContainer&quot;:{&quot;boxSize&quot;:1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},&quot;relativeTransform&quot;:{&quot;translate&quot;:{&quot;x&quot;:0,&quot;y&quot;:0},&quot;scale&quot;:{&quot;x&quot;:1,&quot;y&quot;:1},&quot;rotate&quot;:0,&quot;skewX&quot;:0},&quot;id&quot;:&quot;0e73e404-bf1a-45a1-b097-e940c57e4063&quot;,&quot;type&quot;:&quot;FIGURE_OBJECT&quot;,&quot;parent&quot;:{&quot;type&quot;:&quot;CHILD&quot;,&quot;parentId&quot;:&quot;fb2cd505-dfff-4426-b17c-09ef0dac5ada&quot;,&quot;order&quot;:&quot;5&quot;}},&quot;b65d5905-7f74-4468-88a8-0baf323c55b5&quot;:{&quot;boxContainer&quot;:{&quot;boxSize&quot;: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,&quot;contentBaseProperties&quot;:{}},&quot;relativeTransform&quot;:{&quot;translate&quot;:{&quot;x&quot;:0,&quot;y&quot;:0},&quot;scale&quot;:{&quot;x&quot;:1,&quot;y&quot;:1},&quot;rotate&quot;:0,&quot;skewX&quot;:0},&quot;id&quot;:&quot;b65d5905-7f74-4468-88a8-0baf323c55b5&quot;,&quot;type&quot;:&quot;FIGURE_OBJECT&quot;,&quot;parent&quot;:{&quot;type&quot;:&quot;CHILD&quot;,&quot;parentId&quot;:&quot;0e73e404-bf1a-45a1-b097-e940c57e4063&quot;,&quot;order&quot;:&quot;7&quot;}},&quot;f5c95933-c09b-4301-a6a1-3c2f6f456060&quot;:{&quot;boxContainer&quot;:{&quot;boxSize&quot;:0.4267990074441687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115.4988834188382},&quot;scale&quot;:{&quot;x&quot;:1,&quot;y&quot;:1},&quot;rotate&quot;:0,&quot;skewX&quot;:0},&quot;id&quot;:&quot;f5c95933-c09b-4301-a6a1-3c2f6f456060&quot;,&quot;type&quot;:&quot;FIGURE_OBJECT&quot;,&quot;parent&quot;:{&quot;type&quot;:&quot;CHILD&quot;,&quot;parentId&quot;:&quot;b65d5905-7f74-4468-88a8-0baf323c55b5&quot;,&quot;order&quot;:&quot;75&quot;}},&quot;f39c07f8-58e6-4ac1-bd6f-5fafcd0ae937&quot;:{&quot;boxContainer&quot;:{&quot;boxSize&quot;:1,&quot;sectionType&quot;:&quot;TEXT&quot;,&quot;boxType&quot;:&quot;CONTENT&quot;,&quot;content&quot;:&quot;FILL&quot;,&quot;alignmentHorizontal&quot;:&quot;NONE&quot;,&quot;alignmentVertical&quot;:&quot;NONE&quot;,&quot;boxPadding&quot;:{&quot;left&quot;:0,&quot;top&quot;:0,&quot;right&quot;:0,&quot;bottom&quot;:0},&quot;userOffset&quot;:{&quot;x&quot;:0,&quot;y&quot;:0},&quot;margin&quot;:{&quot;left&quot;:12,&quot;top&quot;:12,&quot;right&quot;:12,&quot;bottom&quot;:12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BaseProperties&quot;:{&quot;fontSize&quot;:128},&quot;userDefinedProperties&quot;:{&quot;fontSize&quot;:true,&quot;color&quot;:true,&quot;fontFamily&quot;:true,&quot;fontWeight&quot;:true}},&quot;relativeTransform&quot;:{&quot;translate&quot;:{&quot;x&quot;:0,&quot;y&quot;:0},&quot;scale&quot;:{&quot;x&quot;:1,&quot;y&quot;:1},&quot;rotate&quot;:0,&quot;skewX&quot;:0},&quot;id&quot;:&quot;f39c07f8-58e6-4ac1-bd6f-5fafcd0ae937&quot;,&quot;type&quot;:&quot;FIGURE_OBJECT&quot;,&quot;parent&quot;:{&quot;type&quot;:&quot;CHILD&quot;,&quot;parentId&quot;:&quot;eca7e43e-63d9-4927-b0b0-c81832198a6f&quot;,&quot;order&quot;:&quot;5&quot;}},&quot;bec074d3-322b-4ec9-a8ec-e58ec2102fc9&quot;:{&quot;id&quot;:&quot;bec074d3-322b-4ec9-a8ec-e58ec2102fc9&quot;,&quot;type&quot;:&quot;FIGURE_OBJECT&quot;,&quot;parent&quot;:{&quot;parentId&quot;:&quot;f39c07f8-58e6-4ac1-bd6f-5fafcd0ae937&quot;,&quot;type&quot;:&quot;CHILD&quot;,&quot;order&quot;:&quot;5&quot;},&quot;text&quot;:{&quot;textData&quot;:{&quot;lineSpacing&quot;:&quot;half&quot;,&quot;alignment&quot;:&quot;center&quot;,&quot;lines&quot;:[{&quot;runs&quot;:[{&quot;style&quot;:{&quot;fontWeight&quot;:&quot;normal&quot;,&quot;fontStyle&quot;:&quot;normal&quot;,&quot;fontSize&quot;:64,&quot;fontFamily&quot;:&quot;Roboto&quot;,&quot;color&quot;:&quot;#ffffff&quot;,&quot;decoration&quot;:&quot;none&quot;},&quot;range&quot;:[0,6]},{&quot;style&quot;:{&quot;fontWeight&quot;:&quot;normal&quot;,&quot;fontStyle&quot;:&quot;normal&quot;,&quot;fontSize&quot;:64,&quot;fontFamily&quot;:&quot;Roboto&quot;,&quot;color&quot;:&quot;#ffffff&quot;,&quot;decoration&quot;:&quot;none&quot;},&quot;range&quot;:[7,9]},{&quot;style&quot;:{&quot;fontWeight&quot;:&quot;normal&quot;,&quot;fontStyle&quot;:&quot;normal&quot;,&quot;fontSize&quot;:64,&quot;fontFamily&quot;:&quot;Roboto&quot;,&quot;color&quot;:&quot;#ffffff&quot;,&quot;decoration&quot;:&quot;none&quot;},&quot;range&quot;:[10,10]},{&quot;range&quot;:[11,15],&quot;style&quot;:{&quot;fontWeight&quot;:&quot;normal&quot;,&quot;fontStyle&quot;:&quot;normal&quot;,&quot;script&quot;:&quot;super&quot;,&quot;fontSize&quot;:64,&quot;fontFamily&quot;:&quot;Roboto&quot;,&quot;color&quot;:&quot;#ffffff&quot;,&quot;decoration&quot;:&quot;none&quot;}},{&quot;range&quot;:[16,16],&quot;style&quot;:{&quot;fontWeight&quot;:&quot;normal&quot;,&quot;fontStyle&quot;:&quot;normal&quot;,&quot;fontSize&quot;:64,&quot;fontFamily&quot;:&quot;Roboto&quot;,&quot;color&quot;:&quot;#ffffff&quot;,&quot;decoration&quot;:&quot;none&quot;}},{&quot;range&quot;:[17,34],&quot;style&quot;:{&quot;fontWeight&quot;:&quot;normal&quot;,&quot;fontStyle&quot;:&quot;normal&quot;,&quot;fontSize&quot;:64,&quot;fontFamily&quot;:&quot;Roboto&quot;,&quot;color&quot;:&quot;#ffffff&quot;,&quot;decoration&quot;:&quot;none&quot;}},{&quot;range&quot;:[35,41],&quot;style&quot;:{&quot;fontWeight&quot;:&quot;normal&quot;,&quot;fontStyle&quot;:&quot;normal&quot;,&quot;script&quot;:&quot;super&quot;,&quot;fontSize&quot;:64,&quot;fontFamily&quot;:&quot;Roboto&quot;,&quot;color&quot;:&quot;#ffffff&quot;,&quot;decoration&quot;:&quot;none&quot;}}],&quot;text&quot;:&quot;Hongrui Liu1,2,4, Daniel Felsky PhD1,2,3,4&quot;,&quot;baseStyle&quot;:{&quot;fontFamily&quot;:&quot;Roboto&quot;,&quot;fontSize&quot;:64,&quot;color&quot;:&quot;#ffffff&quot;,&quot;fontWeight&quot;:&quot;normal&quot;,&quot;fontStyle&quot;:&quot;normal&quot;,&quot;decoration&quot;:&quot;none&quot;,&quot;script&quot;:&quot;none&quot;}},{&quot;runs&quot;:[],&quot;text&quot;:&quot;&quot;,&quot;baseStyle&quot;:{&quot;fontWeight&quot;:&quot;normal&quot;,&quot;fontStyle&quot;:&quot;normal&quot;,&quot;script&quot;:&quot;super&quot;,&quot;fontSize&quot;:48,&quot;fontFamily&quot;:&quot;Roboto&quot;,&quot;color&quot;:&quot;#ffffff&quot;,&quot;decoration&quot;:&quot;none&quot;}},{&quot;runs&quot;:[{&quot;range&quot;:[0,0],&quot;style&quot;:{&quot;fontWeight&quot;:&quot;normal&quot;,&quot;fontStyle&quot;:&quot;normal&quot;,&quot;script&quot;:&quot;super&quot;,&quot;fontSize&quot;:32,&quot;fontFamily&quot;:&quot;Roboto&quot;,&quot;color&quot;:&quot;#ffffff&quot;,&quot;decoration&quot;:&quot;none&quot;}},{&quot;range&quot;:[1,77],&quot;style&quot;:{&quot;fontWeight&quot;:&quot;normal&quot;,&quot;fontStyle&quot;:&quot;normal&quot;,&quot;fontSize&quot;:32,&quot;fontFamily&quot;:&quot;Roboto&quot;,&quot;color&quot;:&quot;#ffffff&quot;,&quot;decoration&quot;:&quot;none&quot;}},{&quot;range&quot;:[78,78],&quot;style&quot;:{&quot;fontWeight&quot;:&quot;normal&quot;,&quot;fontStyle&quot;:&quot;normal&quot;,&quot;script&quot;:&quot;super&quot;,&quot;fontSize&quot;:32,&quot;fontFamily&quot;:&quot;Roboto&quot;,&quot;color&quot;:&quot;#ffffff&quot;,&quot;decoration&quot;:&quot;none&quot;}},{&quot;style&quot;:{&quot;fontWeight&quot;:&quot;normal&quot;,&quot;fontStyle&quot;:&quot;normal&quot;,&quot;fontSize&quot;:32,&quot;fontFamily&quot;:&quot;Roboto&quot;,&quot;color&quot;:&quot;#ffffff&quot;,&quot;decoration&quot;:&quot;none&quot;},&quot;range&quot;:[79,90]},{&quot;range&quot;:[91,108],&quot;style&quot;:{&quot;fontWeight&quot;:&quot;normal&quot;,&quot;fontStyle&quot;:&quot;normal&quot;,&quot;fontSize&quot;:32,&quot;fontFamily&quot;:&quot;Roboto&quot;,&quot;color&quot;:&quot;#ffffff&quot;,&quot;decoration&quot;:&quot;none&quot;}},{&quot;range&quot;:[109,109],&quot;style&quot;:{&quot;fontWeight&quot;:&quot;normal&quot;,&quot;fontStyle&quot;:&quot;normal&quot;,&quot;script&quot;:&quot;super&quot;,&quot;fontSize&quot;:32,&quot;fontFamily&quot;:&quot;Roboto&quot;,&quot;color&quot;:&quot;#ffffff&quot;,&quot;decoration&quot;:&quot;none&quot;}},{&quot;range&quot;:[110,145],&quot;style&quot;:{&quot;fontWeight&quot;:&quot;normal&quot;,&quot;fontStyle&quot;:&quot;normal&quot;,&quot;fontSize&quot;:32,&quot;fontFamily&quot;:&quot;Roboto&quot;,&quot;color&quot;:&quot;#ffffff&quot;,&quot;decoration&quot;:&quot;none&quot;}},{&quot;range&quot;:[146,146],&quot;style&quot;:{&quot;fontWeight&quot;:&quot;normal&quot;,&quot;fontStyle&quot;:&quot;normal&quot;,&quot;script&quot;:&quot;super&quot;,&quot;fontSize&quot;:32,&quot;fontFamily&quot;:&quot;Roboto&quot;,&quot;color&quot;:&quot;#ffffff&quot;,&quot;decoration&quot;:&quot;none&quot;}},{&quot;style&quot;:{&quot;fontWeight&quot;:&quot;normal&quot;,&quot;fontStyle&quot;:&quot;normal&quot;,&quot;fontSize&quot;:32,&quot;fontFamily&quot;:&quot;Roboto&quot;,&quot;color&quot;:&quot;#ffffff&quot;,&quot;decoration&quot;:&quot;none&quot;},&quot;range&quot;:[147,156]},{&quot;range&quot;:[157,167],&quot;style&quot;:{&quot;fontWeight&quot;:&quot;normal&quot;,&quot;fontStyle&quot;:&quot;normal&quot;,&quot;fontSize&quot;:32,&quot;fontFamily&quot;:&quot;Roboto&quot;,&quot;color&quot;:&quot;#ffffff&quot;,&quot;decoration&quot;:&quot;none&quot;}}],&quot;text&quot;:&quot;1Krembil Centre for Neuroinformatics, Centre for Addiction and Mental Health, 2Institute of Medical Science, 3Dalla Lana School of Public Health, 4University of Toronto&quot;,&quot;baseStyle&quot;:{&quot;fontFamily&quot;:&quot;Roboto&quot;,&quot;fontSize&quot;:32,&quot;color&quot;:&quot;#ffffff&quot;,&quot;fontWeight&quot;:&quot;normal&quot;,&quot;fontStyle&quot;:&quot;normal&quot;,&quot;decoration&quot;:&quot;none&quot;,&quot;script&quot;:&quot;none&quot;}}],&quot;verticalAlign&quot;:&quot;TOP&quot;,&quot;_lastCaretLocation&quot;:{&quot;lineIndex&quot;:0,&quot;runIndex&quot;:4,&quot;charIndex&quot;:16}},&quot;format&quot;:&quot;BETTER_TEXT&quot;,&quot;size&quot;:{&quot;x&quot;:3138.158723125096,&quot;y&quot;:147.99833721246904},&quot;targetSize&quot;:{&quot;x&quot;:3138.158723125096,&quot;y&quot;:147.99833721246904},&quot;verticalAlign&quot;:&quot;TOP&quot;},&quot;relativeTransform&quot;:{&quot;scale&quot;:{&quot;x&quot;:1,&quot;y&quot;:1},&quot;translate&quot;:{&quot;x&quot;:0,&quot;y&quot;:0}}},&quot;2ec54101-7c1a-4014-b15a-f9afaf0f685b&quot;:{&quot;boxContainer&quot;:{&quot;boxSize&quot;:0.5732009925558312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-85.99916860623453},&quot;scale&quot;:{&quot;x&quot;:1,&quot;y&quot;:1},&quot;rotate&quot;:0,&quot;skewX&quot;:0},&quot;id&quot;:&quot;2ec54101-7c1a-4014-b15a-f9afaf0f685b&quot;,&quot;type&quot;:&quot;FIGURE_OBJECT&quot;,&quot;parent&quot;:{&quot;type&quot;:&quot;CHILD&quot;,&quot;parentId&quot;:&quot;b65d5905-7f74-4468-88a8-0baf323c55b5&quot;,&quot;order&quot;:&quot;7&quot;}},&quot;6b697d2f-dcb9-4e13-87e4-7ed17d5cfc8a&quot;:{&quot;boxContainer&quot;:{&quot;boxSize&quot;:1,&quot;sectionType&quot;:&quot;TEXT&quot;,&quot;boxType&quot;:&quot;CONTENT&quot;,&quot;content&quot;:&quot;FILL_SHRINK&quot;,&quot;contentBaseProperties&quot;:{&quot;fontSize&quot;:128},&quot;userOffset&quot;:{&quot;x&quot;:0,&quot;y&quot;:0},&quot;boxPadding&quot;:{&quot;left&quot;:0,&quot;top&quot;:0,&quot;right&quot;:0,&quot;bottom&quot;:0},&quot;margin&quot;:{&quot;left&quot;:12,&quot;top&quot;:12,&quot;right&quot;:12,&quot;bottom&quot;:12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alignmentVertical&quot;:&quot;START&quot;,&quot;alignmentHorizontal&quot;:&quot;START&quot;,&quot;userDefinedProperties&quot;:{&quot;color&quot;:true,&quot;fontSize&quot;:true,&quot;fontFamily&quot;:true,&quot;fontWeight&quot;:true}},&quot;relativeTransform&quot;:{&quot;translate&quot;:{&quot;x&quot;:0,&quot;y&quot;:0},&quot;scale&quot;:{&quot;x&quot;:1,&quot;y&quot;:1},&quot;rotate&quot;:0,&quot;skewX&quot;:0},&quot;id&quot;:&quot;6b697d2f-dcb9-4e13-87e4-7ed17d5cfc8a&quot;,&quot;type&quot;:&quot;FIGURE_OBJECT&quot;,&quot;parent&quot;:{&quot;type&quot;:&quot;CHILD&quot;,&quot;parentId&quot;:&quot;2ec54101-7c1a-4014-b15a-f9afaf0f685b&quot;,&quot;order&quot;:&quot;5&quot;}},&quot;ce616524-af28-4fe7-b4ef-bd4cd5a1de34&quot;:{&quot;id&quot;:&quot;ce616524-af28-4fe7-b4ef-bd4cd5a1de34&quot;,&quot;type&quot;:&quot;FIGURE_OBJECT&quot;,&quot;parent&quot;:{&quot;parentId&quot;:&quot;6b697d2f-dcb9-4e13-87e4-7ed17d5cfc8a&quot;,&quot;type&quot;:&quot;CHILD&quot;,&quot;order&quot;:&quot;5&quot;},&quot;text&quot;:{&quot;textData&quot;:{&quot;lineSpacing&quot;:&quot;half&quot;,&quot;alignment&quot;:&quot;center&quot;,&quot;lines&quot;:[{&quot;runs&quot;:[{&quot;range&quot;:[0,107],&quot;style&quot;:{&quot;fontWeight&quot;:&quot;bold&quot;,&quot;fontStyle&quot;:&quot;normal&quot;,&quot;fontSize&quot;:96,&quot;fontFamily&quot;:&quot;Roboto&quot;,&quot;color&quot;:&quot;#ffffff&quot;,&quot;decoration&quot;:&quot;none&quot;}}],&quot;text&quot;:&quot;ML-LAMP: Machine-learning-derived Lifestyle-Associated Microbiome Profiles for Gut-brain Association Testing&quot;,&quot;baseStyle&quot;:{&quot;fontFamily&quot;:&quot;Roboto&quot;,&quot;fontSize&quot;:96,&quot;color&quot;:&quot;#ffffff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0,&quot;charIndex&quot;:0}},&quot;format&quot;:&quot;BETTER_TEXT&quot;,&quot;size&quot;:{&quot;x&quot;:4525.228346456693,&quot;y&quot;:206.99776683767644},&quot;targetSize&quot;:{&quot;x&quot;:4525.228346456693,&quot;y&quot;:206.99776683767644},&quot;verticalAlign&quot;:&quot;TOP&quot;},&quot;relativeTransform&quot;:{&quot;scale&quot;:{&quot;x&quot;:1,&quot;y&quot;:1},&quot;translate&quot;:{&quot;x&quot;:0,&quot;y&quot;:0}}},&quot;712d7961-e3da-4ef6-86a0-b56b22b52ad3&quot;:{&quot;boxContainer&quot;:{&quot;boxSize&quot;:1,&quot;sectionType&quot;:&quot;TEXT&quot;,&quot;boxType&quot;:&quot;CONTENT&quot;,&quot;content&quot;:&quot;FILL&quot;,&quot;alignmentHorizontal&quot;:&quot;NONE&quot;,&quot;alignmentVertical&quot;:&quot;NONE&quot;,&quot;boxPadding&quot;:{&quot;left&quot;:0,&quot;top&quot;:0,&quot;right&quot;:0,&quot;bottom&quot;:0},&quot;userOffset&quot;:{&quot;x&quot;:0,&quot;y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userDefinedProperties&quot;:{&quot;color&quot;:true,&quot;fontSize&quot;:true,&quot;fontFamily&quot;:true,&quot;fontWeight&quot;:true,&quot;contentMargin&quot;:true}},&quot;relativeTransform&quot;:{&quot;translate&quot;:{&quot;x&quot;:0,&quot;y&quot;:0},&quot;scale&quot;:{&quot;x&quot;:1,&quot;y&quot;:1},&quot;rotate&quot;:0,&quot;skewX&quot;:0},&quot;id&quot;:&quot;712d7961-e3da-4ef6-86a0-b56b22b52ad3&quot;,&quot;type&quot;:&quot;FIGURE_OBJECT&quot;,&quot;parent&quot;:{&quot;type&quot;:&quot;CHILD&quot;,&quot;parentId&quot;:&quot;a95c963b-a7f9-48bc-a496-651b3830fa01&quot;,&quot;order&quot;:&quot;5&quot;}},&quot;0d965c27-133f-4343-a82b-cd36ce936e25&quot;:{&quot;id&quot;:&quot;0d965c27-133f-4343-a82b-cd36ce936e25&quot;,&quot;type&quot;:&quot;FIGURE_OBJECT&quot;,&quot;parent&quot;:{&quot;parentId&quot;:&quot;712d7961-e3da-4ef6-86a0-b56b22b52ad3&quot;,&quot;type&quot;:&quot;CHILD&quot;,&quot;order&quot;:&quot;5&quot;},&quot;text&quot;:{&quot;textData&quot;:{&quot;lineSpacing&quot;:&quot;half&quot;,&quot;alignment&quot;:&quot;left&quot;,&quot;verticalAlign&quot;:&quot;TOP&quot;,&quot;lines&quot;:[{&quot;runs&quot;:[{&quot;range&quot;:[0,97],&quot;style&quot;:{&quot;fontWeight&quot;:&quot;normal&quot;,&quot;fontStyle&quot;:&quot;normal&quot;,&quot;fontSize&quot;:53.33333333333333,&quot;fontFamily&quot;:&quot;Roboto&quot;,&quot;color&quot;:&quot;black&quot;,&quot;decoration&quot;:&quot;none&quot;}}],&quot;text&quot;:&quot;Prior research links the gut microbiome to cognition, but few large cohorts measure both together.&quot;,&quot;baseStyle&quot;:{&quot;fontFamily&quot;:&quot;Roboto&quot;,&quot;fontSize&quot;:53.33333333333333,&quot;color&quot;:&quot;black&quot;,&quot;fontWeight&quot;:&quot;normal&quot;,&quot;fontStyle&quot;:&quot;normal&quot;,&quot;decoration&quot;:&quot;none&quot;,&quot;script&quot;:&quot;none&quot;},&quot;textIndent&quot;:{&quot;type&quot;:&quot;bullet&quot;,&quot;indent&quot;:1,&quot;symbol&quot;:&quot;●&quot;,&quot;unit&quot;:&quot;levels&quot;}},{&quot;textIndent&quot;:{&quot;type&quot;:&quot;bullet&quot;,&quot;indent&quot;:1,&quot;symbol&quot;:&quot;●&quot;,&quot;unit&quot;:&quot;levels&quot;},&quot;runs&quot;:[{&quot;range&quot;:[0,136],&quot;style&quot;:{&quot;fontWeight&quot;:&quot;normal&quot;,&quot;fontStyle&quot;:&quot;normal&quot;,&quot;fontSize&quot;:53.33333333333333,&quot;fontFamily&quot;:&quot;Roboto&quot;,&quot;color&quot;:&quot;black&quot;,&quot;decoration&quot;:&quot;none&quot;}}],&quot;text&quot;:&quot;American Gut Project (AGP) has microbiome data without cognition, while UK Biobank (UKB) has cognition data without microbiome profiling.&quot;,&quot;baseStyle&quot;:{&quot;fontFamily&quot;:&quot;Roboto&quot;,&quot;fontSize&quot;:53.33333333333333,&quot;color&quot;:&quot;black&quot;,&quot;fontWeight&quot;:&quot;normal&quot;,&quot;fontStyle&quot;:&quot;normal&quot;,&quot;decoration&quot;:&quot;none&quot;,&quot;script&quot;:&quot;none&quot;}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Size&quot;:53.33333333333333,&quot;fontFamily&quot;:&quot;Roboto&quot;,&quot;color&quot;:&quot;black&quot;,&quot;decoration&quot;:&quot;none&quot;},&quot;range&quot;:[0,178]}],&quot;text&quot;:&quot;We developed ML-LAMP, a machine learning framework that predicts latent microbiome features from lifestyle data and projects them into independent cohorts for association testing.&quot;,&quot;baseStyle&quot;:{&quot;fontFamily&quot;:&quot;Roboto&quot;,&quot;fontSize&quot;:53.33333333333333,&quot;color&quot;:&quot;black&quot;,&quot;fontWeight&quot;:&quot;normal&quot;,&quot;fontStyle&quot;:&quot;normal&quot;,&quot;decoration&quot;:&quot;none&quot;,&quot;script&quot;:&quot;none&quot;}}],&quot;_lastCaretLocation&quot;:{&quot;lineIndex&quot;:2,&quot;runIndex&quot;:0,&quot;charIndex&quot;:158}},&quot;format&quot;:&quot;BETTER_TEXT&quot;,&quot;size&quot;:{&quot;x&quot;:1396.3426353658867,&quot;y&quot;:496.5941781256066},&quot;targetSize&quot;:{&quot;x&quot;:1396.3426353658867,&quot;y&quot;:496.5941781256066}},&quot;relativeTransform&quot;:{&quot;scale&quot;:{&quot;x&quot;:1,&quot;y&quot;:1},&quot;translate&quot;:{&quot;x&quot;:0,&quot;y&quot;:0}}},&quot;e55aef18-c3df-414d-9718-d9ec24e4f7cf&quot;:{&quot;boxContainer&quot;:{&quot;boxSize&quot;:0.9255556068162888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,&quot;userDefinedProperties&quot;:{&quot;contentMargin&quot;:true}},&quot;relativeTransform&quot;:{&quot;translate&quot;:{&quot;x&quot;:0,&quot;y&quot;:55.200000000000045},&quot;scale&quot;:{&quot;x&quot;:1,&quot;y&quot;:1},&quot;rotate&quot;:0,&quot;skewX&quot;:0},&quot;id&quot;:&quot;e55aef18-c3df-414d-9718-d9ec24e4f7cf&quot;,&quot;type&quot;:&quot;FIGURE_OBJECT&quot;,&quot;parent&quot;:{&quot;type&quot;:&quot;CHILD&quot;,&quot;parentId&quot;:&quot;71dc85be-d35f-44bf-a5fb-5e195ee5d6b0&quot;,&quot;order&quot;:&quot;7&quot;}},&quot;80028dea-e119-4910-884c-64c47e0ec2e9&quot;:{&quot;boxContainer&quot;:{&quot;boxSize&quot;:0.8773321713668218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,&quot;userDefinedProperties&quot;:{&quot;contentMargin&quot;:true}},&quot;relativeTransform&quot;:{&quot;translate&quot;:{&quot;x&quot;:0,&quot;y&quot;:55.200000000000045},&quot;scale&quot;:{&quot;x&quot;:1,&quot;y&quot;:1},&quot;rotate&quot;:0,&quot;skewX&quot;:0},&quot;id&quot;:&quot;80028dea-e119-4910-884c-64c47e0ec2e9&quot;,&quot;type&quot;:&quot;FIGURE_OBJECT&quot;,&quot;parent&quot;:{&quot;type&quot;:&quot;CHILD&quot;,&quot;parentId&quot;:&quot;1af12d1d-8c1d-49af-b9bb-5a2d7f520e8b&quot;,&quot;order&quot;:&quot;5&quot;}},&quot;1af12d1d-8c1d-49af-b9bb-5a2d7f520e8b&quot;:{&quot;boxContainer&quot;:{&quot;boxSize&quot;:1,&quot;sectionType&quot;:&quot;SECTION&quot;,&quot;boxType&quot;:&quot;COLUMN&quot;,&quot;boxStyleType&quot;:&quot;SECONDARY_SECTION&quot;,&quot;userOffset&quot;:{&quot;x&quot;:0,&quot;y&quot;:0},&quot;boxPadding&quot;:{&quot;top&quot;:0,&quot;left&quot;:0,&quot;bottom&quot;:0,&quot;right&quot;:0},&quot;margin&quot;:{&quot;left&quot;:12,&quot;top&quot;:12,&quot;right&quot;:12,&quot;bottom&quot;:12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fill&quot;:&quot;#ffffff&quot;,&quot;content&quot;:&quot;FILL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1af12d1d-8c1d-49af-b9bb-5a2d7f520e8b&quot;,&quot;type&quot;:&quot;FIGURE_OBJECT&quot;,&quot;parent&quot;:{&quot;type&quot;:&quot;CHILD&quot;,&quot;parentId&quot;:&quot;6645a4e9-0eb0-4b12-810f-59853e2f3f81&quot;,&quot;order&quot;:&quot;5&quot;}},&quot;5186c8f6-1265-4c68-8a45-d26db68c9a83&quot;:{&quot;boxContainer&quot;:{&quot;boxSize&quot;:110.39999999999999,&quot;sectionType&quot;:&quot;UNSET&quot;,&quot;boxType&quot;:&quot;HEADER&quot;,&quot;targetSize&quot;:110.39999999999999,&quot;fill&quot;:&quot;rgb(255, 182, 82)&quot;,&quot;content&quot;:&quot;FILL&quot;,&quot;boxPadding&quot;:{&quot;left&quot;:0,&quot;top&quot;:0,&quot;right&quot;:0,&quot;bottom&quot;:0},&quot;userDefinedProperties&quot;:{&quot;fill&quot;:true,&quot;color&quot;:true,&quot;fontSize&quot;:true,&quot;fontFamily&quot;:true,&quot;fontWeight&quot;:true,&quot;contentMargin&quot;:true},&quot;userOffset&quot;:{&quot;x&quot;:0,&quot;y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alignmentVertical&quot;:&quot;START&quot;,&quot;alignmentHorizontal&quot;:&quot;START&quot;},&quot;relativeTransform&quot;:{&quot;translate&quot;:{&quot;x&quot;:0,&quot;y&quot;:-394.7957373914901},&quot;scale&quot;:{&quot;x&quot;:1,&quot;y&quot;:1},&quot;rotate&quot;:0,&quot;skewX&quot;:0},&quot;id&quot;:&quot;5186c8f6-1265-4c68-8a45-d26db68c9a83&quot;,&quot;type&quot;:&quot;FIGURE_OBJECT&quot;,&quot;parent&quot;:{&quot;type&quot;:&quot;CHILD&quot;,&quot;parentId&quot;:&quot;1af12d1d-8c1d-49af-b9bb-5a2d7f520e8b&quot;,&quot;order&quot;:&quot;2&quot;}},&quot;ac9b78fa-c1d7-4fe2-b410-a5d58888337c&quot;:{&quot;id&quot;:&quot;ac9b78fa-c1d7-4fe2-b410-a5d58888337c&quot;,&quot;type&quot;:&quot;FIGURE_OBJECT&quot;,&quot;parent&quot;:{&quot;parentId&quot;:&quot;5186c8f6-1265-4c68-8a45-d26db68c9a83&quot;,&quot;type&quot;:&quot;CHILD&quot;,&quot;order&quot;:&quot;5&quot;},&quot;text&quot;:{&quot;textData&quot;:{&quot;lineSpacing&quot;:&quot;half&quot;,&quot;alignment&quot;:&quot;center&quot;,&quot;verticalAlign&quot;:&quot;CENTER&quot;,&quot;lines&quot;:[{&quot;runs&quot;:[{&quot;style&quot;:{&quot;fontFamily&quot;:&quot;Roboto&quot;,&quot;fontSize&quot;:64,&quot;color&quot;:&quot;#ffffff&quot;,&quot;fontWeight&quot;:&quot;bold&quot;,&quot;fontStyle&quot;:&quot;normal&quot;,&quot;decoration&quot;:&quot;none&quot;},&quot;range&quot;:[0,9]}],&quot;text&quot;:&quot;CONCLUSION&quot;}],&quot;_lastCaretLocation&quot;:{&quot;lineIndex&quot;:0,&quot;runIndex&quot;:-1,&quot;charIndex&quot;:-1,&quot;endOfLine&quot;:true}},&quot;format&quot;:&quot;BETTER_TEXT&quot;,&quot;size&quot;:{&quot;x&quot;:1057.6569299675027,&quot;y&quot;:110.39999999999999},&quot;targetSize&quot;:{&quot;x&quot;:1057.6569299675027,&quot;y&quot;:53.33333333333333},&quot;verticalAlign&quot;:&quot;CENTER&quot;},&quot;relativeTransform&quot;:{&quot;scale&quot;:{&quot;x&quot;:1,&quot;y&quot;:1},&quot;translate&quot;:{&quot;x&quot;:0,&quot;y&quot;:0}}},&quot;de1e0c52-75c2-4965-a9b5-cd76c2e2fc11&quot;:{&quot;boxContainer&quot;:{&quot;boxSize&quot;:1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de1e0c52-75c2-4965-a9b5-cd76c2e2fc11&quot;,&quot;type&quot;:&quot;FIGURE_OBJECT&quot;,&quot;parent&quot;:{&quot;type&quot;:&quot;CHILD&quot;,&quot;parentId&quot;:&quot;fa27bbbe-2bfb-4a2d-bd5b-baec5019cbdf&quot;,&quot;order&quot;:&quot;5&quot;}},&quot;fa27bbbe-2bfb-4a2d-bd5b-baec5019cbdf&quot;:{&quot;boxContainer&quot;:{&quot;boxSize&quot;: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fa27bbbe-2bfb-4a2d-bd5b-baec5019cbdf&quot;,&quot;type&quot;:&quot;FIGURE_OBJECT&quot;,&quot;parent&quot;:{&quot;type&quot;:&quot;CHILD&quot;,&quot;parentId&quot;:&quot;80028dea-e119-4910-884c-64c47e0ec2e9&quot;,&quot;order&quot;:&quot;5&quot;}},&quot;3113737c-65dd-4558-85c7-f95ff6a6b3b9&quot;:{&quot;boxContainer&quot;:{&quot;boxSize&quot;:1,&quot;sectionType&quot;:&quot;TEXT&quot;,&quot;boxType&quot;:&quot;CONTENT&quot;,&quot;content&quot;:&quot;FILL&quot;,&quot;alignmentHorizontal&quot;:&quot;NONE&quot;,&quot;alignmentVertical&quot;:&quot;NONE&quot;,&quot;boxPadding&quot;:{&quot;left&quot;:0,&quot;top&quot;:0,&quot;right&quot;:0,&quot;bottom&quot;:0},&quot;userOffset&quot;:{&quot;x&quot;:0,&quot;y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userDefinedProperties&quot;:{&quot;color&quot;:true,&quot;fontSize&quot;:true,&quot;fontFamily&quot;:true,&quot;fontWeight&quot;:true,&quot;contentMargin&quot;:true}},&quot;relativeTransform&quot;:{&quot;translate&quot;:{&quot;x&quot;:0,&quot;y&quot;:0},&quot;scale&quot;:{&quot;x&quot;:1,&quot;y&quot;:1},&quot;rotate&quot;:0,&quot;skewX&quot;:0},&quot;id&quot;:&quot;3113737c-65dd-4558-85c7-f95ff6a6b3b9&quot;,&quot;type&quot;:&quot;FIGURE_OBJECT&quot;,&quot;parent&quot;:{&quot;type&quot;:&quot;CHILD&quot;,&quot;parentId&quot;:&quot;de1e0c52-75c2-4965-a9b5-cd76c2e2fc11&quot;,&quot;order&quot;:&quot;5&quot;}},&quot;a1f3b6f7-f539-4423-9f76-7ada54effa8f&quot;:{&quot;id&quot;:&quot;a1f3b6f7-f539-4423-9f76-7ada54effa8f&quot;,&quot;type&quot;:&quot;FIGURE_OBJECT&quot;,&quot;parent&quot;:{&quot;parentId&quot;:&quot;3113737c-65dd-4558-85c7-f95ff6a6b3b9&quot;,&quot;type&quot;:&quot;CHILD&quot;,&quot;order&quot;:&quot;5&quot;},&quot;text&quot;:{&quot;textData&quot;:{&quot;lineSpacing&quot;:&quot;normal&quot;,&quot;alignment&quot;:&quot;left&quot;,&quot;verticalAlign&quot;:&quot;TOP&quot;,&quot;lines&quot;:[{&quot;runs&quot;:[],&quot;text&quot;:&quot;&quot;,&quot;baseStyle&quot;:{&quot;fontWeight&quot;:&quot;normal&quot;,&quot;fontStyle&quot;:&quot;normal&quot;,&quot;fontSize&quot;:53.33333333333333,&quot;fontFamily&quot;:&quot;Roboto&quot;,&quot;color&quot;:&quot;black&quot;,&quot;decoration&quot;:&quot;none&quot;}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Size&quot;:53.33333333333333,&quot;fontFamily&quot;:&quot;Roboto&quot;,&quot;color&quot;:&quot;black&quot;,&quot;decoration&quot;:&quot;none&quot;},&quot;range&quot;:[0,97]}],&quot;text&quot;:&quot;Microbiome PC1 shows both strongest correlation with cognition as well as cross validated variance&quot;},{&quot;textIndent&quot;:{&quot;type&quot;:&quot;bullet&quot;,&quot;indent&quot;:1,&quot;symbol&quot;:&quot;●&quot;,&quot;unit&quot;:&quot;levels&quot;},&quot;runs&quot;:[{&quot;style&quot;:{&quot;fontFamily&quot;:&quot;Roboto&quot;,&quot;fontSize&quot;:53.33333333333333,&quot;color&quot;:&quot;black&quot;,&quot;fontWeight&quot;:&quot;normal&quot;,&quot;fontStyle&quot;:&quot;normal&quot;,&quot;decoration&quot;:&quot;none&quot;,&quot;script&quot;:&quot;none&quot;},&quot;range&quot;:[0,114]}],&quot;text&quot;:&quot;Projected microbiome PC profile based on lifestyle and health factors can capture variability in cognitive function&quot;},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Size&quot;:53.33333333333333,&quot;fontFamily&quot;:&quot;Roboto&quot;,&quot;color&quot;:&quot;black&quot;,&quot;decoration&quot;:&quot;none&quot;},&quot;range&quot;:[0,89]}],&quot;text&quot;:&quot;ML_LAMP could be used to understand relevance of microbiome to other traits in human study&quot;}],&quot;_lastCaretLocation&quot;:{&quot;lineIndex&quot;:1,&quot;runIndex&quot;:-1,&quot;charIndex&quot;:-1,&quot;endOfLine&quot;:true}},&quot;format&quot;:&quot;BETTER_TEXT&quot;,&quot;size&quot;:{&quot;x&quot;:1057.6569299675027,&quot;y&quot;:789.5914747829802},&quot;targetSize&quot;:{&quot;x&quot;:1057.6569299675027,&quot;y&quot;:789.5914747829802}},&quot;relativeTransform&quot;:{&quot;scale&quot;:{&quot;x&quot;:1,&quot;y&quot;:1},&quot;translate&quot;:{&quot;x&quot;:0,&quot;y&quot;:0}}},&quot;609c2f88-ba80-4720-9350-925529fd6f06&quot;:{&quot;boxContainer&quot;:{&quot;boxSize&quot;: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},&quot;relativeTransform&quot;:{&quot;translate&quot;:{&quot;x&quot;:0,&quot;y&quot;:0},&quot;scale&quot;:{&quot;x&quot;:1,&quot;y&quot;:1},&quot;rotate&quot;:0,&quot;skewX&quot;:0},&quot;id&quot;:&quot;609c2f88-ba80-4720-9350-925529fd6f06&quot;,&quot;type&quot;:&quot;FIGURE_OBJECT&quot;,&quot;parent&quot;:{&quot;type&quot;:&quot;CHILD&quot;,&quot;parentId&quot;:&quot;f0f29aa9-980d-446e-81d4-80c5678685e0&quot;,&quot;order&quot;:&quot;5&quot;}},&quot;498c2560-16b9-465d-ae53-385e481cfe4b&quot;:{&quot;boxContainer&quot;:{&quot;boxSize&quot;:1,&quot;sectionType&quot;:&quot;UNSET&quot;,&quot;boxType&quot;:&quot;CONTENT&quot;,&quot;fill&quot;:&quot;transparent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CONTAIN&quot;,&quot;alignmentVertical&quot;:&quot;START&quot;,&quot;alignmentHorizontal&quot;:&quot;START&quot;,&quot;userDefinedProperties&quot;:{&quot;contentMargin&quot;:true}},&quot;relativeTransform&quot;:{&quot;translate&quot;:{&quot;x&quot;:0,&quot;y&quot;:0},&quot;scale&quot;:{&quot;x&quot;:1,&quot;y&quot;:1},&quot;rotate&quot;:0,&quot;skewX&quot;:0},&quot;id&quot;:&quot;498c2560-16b9-465d-ae53-385e481cfe4b&quot;,&quot;type&quot;:&quot;FIGURE_OBJECT&quot;,&quot;parent&quot;:{&quot;type&quot;:&quot;CHILD&quot;,&quot;parentId&quot;:&quot;4f376a13-ec71-4266-9b6e-2b6b333668ec&quot;,&quot;order&quot;:&quot;5&quot;}},&quot;4f376a13-ec71-4266-9b6e-2b6b333668ec&quot;:{&quot;boxContainer&quot;:{&quot;boxSize&quot;:0.8968985750209556,&quot;sectionType&quot;:&quot;IMAGE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-61.487119184136986},&quot;scale&quot;:{&quot;x&quot;:1,&quot;y&quot;:1},&quot;rotate&quot;:0,&quot;skewX&quot;:0},&quot;id&quot;:&quot;4f376a13-ec71-4266-9b6e-2b6b333668ec&quot;,&quot;type&quot;:&quot;FIGURE_OBJECT&quot;,&quot;parent&quot;:{&quot;type&quot;:&quot;CHILD&quot;,&quot;parentId&quot;:&quot;609c2f88-ba80-4720-9350-925529fd6f06&quot;,&quot;order&quot;:&quot;5&quot;}},&quot;f7d03051-4db7-47e3-b305-024c50182a62&quot;:{&quot;boxContainer&quot;:{&quot;boxSize&quot;:1,&quot;sectionType&quot;:&quot;UNSET&quot;,&quot;boxType&quot;:&quot;CONTENT&quot;,&quot;content&quot;:&quot;FILL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alignmentVertical&quot;:&quot;START&quot;,&quot;alignmentHorizontal&quot;:&quot;START&quot;,&quot;userDefinedProperties&quot;:{&quot;color&quot;:true,&quot;fontSize&quot;:true,&quot;fontFamily&quot;:true,&quot;fontWeight&quot;:true,&quot;contentMargin&quot;:true}},&quot;relativeTransform&quot;:{&quot;translate&quot;:{&quot;x&quot;:0,&quot;y&quot;:0},&quot;scale&quot;:{&quot;x&quot;:1,&quot;y&quot;:1},&quot;rotate&quot;:0,&quot;skewX&quot;:0},&quot;id&quot;:&quot;f7d03051-4db7-47e3-b305-024c50182a62&quot;,&quot;type&quot;:&quot;FIGURE_OBJECT&quot;,&quot;parent&quot;:{&quot;type&quot;:&quot;CHILD&quot;,&quot;parentId&quot;:&quot;9d678b71-1a90-4fe8-b68b-158fecb52cd4&quot;,&quot;order&quot;:&quot;5&quot;}},&quot;1123bb34-f19e-44fc-a1de-0092b134475d&quot;:{&quot;id&quot;:&quot;1123bb34-f19e-44fc-a1de-0092b134475d&quot;,&quot;type&quot;:&quot;FIGURE_OBJECT&quot;,&quot;parent&quot;:{&quot;parentId&quot;:&quot;f7d03051-4db7-47e3-b305-024c50182a62&quot;,&quot;type&quot;:&quot;CHILD&quot;,&quot;order&quot;:&quot;5&quot;},&quot;text&quot;:{&quot;textData&quot;:{&quot;lineSpacing&quot;:&quot;half&quot;,&quot;alignment&quot;:&quot;center&quot;,&quot;verticalAlign&quot;:&quot;TOP&quot;,&quot;lines&quot;:[{&quot;runs&quot;:[{&quot;range&quot;:[0,107],&quot;style&quot;:{&quot;fontWeight&quot;:&quot;normal&quot;,&quot;fontStyle&quot;:&quot;normal&quot;,&quot;fontSize&quot;:40,&quot;fontFamily&quot;:&quot;Roboto&quot;,&quot;color&quot;:&quot;black&quot;,&quot;decoration&quot;:&quot;none&quot;}}],&quot;text&quot;:&quot;Figure 2. Lifestyle prediction and interpretation of microbiome principal components in American Gut Project&quot;}],&quot;_lastCaretLocation&quot;:{&quot;lineIndex&quot;:0,&quot;runIndex&quot;:-1,&quot;charIndex&quot;:-1,&quot;endOfLine&quot;:true}},&quot;format&quot;:&quot;BETTER_TEXT&quot;,&quot;size&quot;:{&quot;x&quot;:2023.2287811233032,&quot;y&quot;:122.97423836827396},&quot;targetSize&quot;:{&quot;x&quot;:2023.2287811233032,&quot;y&quot;:122.97423836827396}},&quot;relativeTransform&quot;:{&quot;scale&quot;:{&quot;x&quot;:1,&quot;y&quot;:1},&quot;translate&quot;:{&quot;x&quot;:0,&quot;y&quot;:0}}},&quot;9d678b71-1a90-4fe8-b68b-158fecb52cd4&quot;:{&quot;boxContainer&quot;:{&quot;boxSize&quot;:0.10310142497904443,&quot;sectionType&quot;:&quot;IMAGE_CAPTION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534.8879473741998},&quot;scale&quot;:{&quot;x&quot;:1,&quot;y&quot;:1},&quot;rotate&quot;:0,&quot;skewX&quot;:0},&quot;id&quot;:&quot;9d678b71-1a90-4fe8-b68b-158fecb52cd4&quot;,&quot;type&quot;:&quot;FIGURE_OBJECT&quot;,&quot;parent&quot;:{&quot;type&quot;:&quot;CHILD&quot;,&quot;parentId&quot;:&quot;609c2f88-ba80-4720-9350-925529fd6f06&quot;,&quot;order&quot;:&quot;7&quot;}},&quot;8fa75b8c-a082-469d-83ad-7801afe987f2&quot;:{&quot;boxContainer&quot;:{&quot;boxSize&quot;:0.40469061876247503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-596.3750665583368},&quot;scale&quot;:{&quot;x&quot;:1,&quot;y&quot;:1},&quot;rotate&quot;:0,&quot;skewX&quot;:0},&quot;id&quot;:&quot;8fa75b8c-a082-469d-83ad-7801afe987f2&quot;,&quot;type&quot;:&quot;FIGURE_OBJECT&quot;,&quot;parent&quot;:{&quot;type&quot;:&quot;CHILD&quot;,&quot;parentId&quot;:&quot;2934c3b2-2c1e-447d-9962-2d682a8b0ba0&quot;,&quot;order&quot;:&quot;5&quot;}},&quot;2934c3b2-2c1e-447d-9962-2d682a8b0ba0&quot;:{&quot;boxContainer&quot;:{&quot;boxSize&quot;: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2934c3b2-2c1e-447d-9962-2d682a8b0ba0&quot;,&quot;type&quot;:&quot;FIGURE_OBJECT&quot;,&quot;parent&quot;:{&quot;type&quot;:&quot;CHILD&quot;,&quot;parentId&quot;:&quot;e9657bc9-cf5a-43a3-8816-d3bccd445b34&quot;,&quot;order&quot;:&quot;5&quot;}},&quot;f0f29aa9-980d-446e-81d4-80c5678685e0&quot;:{&quot;boxContainer&quot;:{&quot;boxSize&quot;:0.595309381237525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405.41507039296823},&quot;scale&quot;:{&quot;x&quot;:1,&quot;y&quot;:1},&quot;rotate&quot;:0,&quot;skewX&quot;:0},&quot;id&quot;:&quot;f0f29aa9-980d-446e-81d4-80c5678685e0&quot;,&quot;type&quot;:&quot;FIGURE_OBJECT&quot;,&quot;parent&quot;:{&quot;type&quot;:&quot;CHILD&quot;,&quot;parentId&quot;:&quot;2934c3b2-2c1e-447d-9962-2d682a8b0ba0&quot;,&quot;order&quot;:&quot;7&quot;}},&quot;4423be60-d7e9-4044-90ae-5ebb62fff43f&quot;:{&quot;boxContainer&quot;:{&quot;boxSize&quot;:0.6183885318833415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-386.0436527501706,&quot;y&quot;:0},&quot;scale&quot;:{&quot;x&quot;:1,&quot;y&quot;:1},&quot;rotate&quot;:0,&quot;skewX&quot;:0},&quot;id&quot;:&quot;4423be60-d7e9-4044-90ae-5ebb62fff43f&quot;,&quot;type&quot;:&quot;FIGURE_OBJECT&quot;,&quot;parent&quot;:{&quot;type&quot;:&quot;CHILD&quot;,&quot;parentId&quot;:&quot;8fa75b8c-a082-469d-83ad-7801afe987f2&quot;,&quot;order&quot;:&quot;5&quot;}},&quot;4c03d15e-31c2-44f7-b5da-dfd32ec9fe51&quot;:{&quot;boxContainer&quot;:{&quot;boxSize&quot;:1,&quot;sectionType&quot;:&quot;UNSET&quot;,&quot;boxType&quot;:&quot;CONTENT&quot;,&quot;fill&quot;:&quot;transparent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CONTAIN&quot;,&quot;alignmentVertical&quot;:&quot;START&quot;,&quot;alignmentHorizontal&quot;:&quot;START&quot;,&quot;userDefinedProperties&quot;:{&quot;contentMargin&quot;:true}},&quot;relativeTransform&quot;:{&quot;translate&quot;:{&quot;x&quot;:0,&quot;y&quot;:0},&quot;scale&quot;:{&quot;x&quot;:1,&quot;y&quot;:1},&quot;rotate&quot;:0,&quot;skewX&quot;:0},&quot;id&quot;:&quot;4c03d15e-31c2-44f7-b5da-dfd32ec9fe51&quot;,&quot;type&quot;:&quot;FIGURE_OBJECT&quot;,&quot;parent&quot;:{&quot;type&quot;:&quot;CHILD&quot;,&quot;parentId&quot;:&quot;e352ed17-4162-408e-8395-bba63f76060e&quot;,&quot;order&quot;:&quot;5&quot;}},&quot;e352ed17-4162-408e-8395-bba63f76060e&quot;:{&quot;boxContainer&quot;:{&quot;boxSize&quot;:0.8816276202219482,&quot;sectionType&quot;:&quot;IMAGE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-47.98994668030207},&quot;scale&quot;:{&quot;x&quot;:1,&quot;y&quot;:1},&quot;rotate&quot;:0,&quot;skewX&quot;:0},&quot;id&quot;:&quot;e352ed17-4162-408e-8395-bba63f76060e&quot;,&quot;type&quot;:&quot;FIGURE_OBJECT&quot;,&quot;parent&quot;:{&quot;type&quot;:&quot;CHILD&quot;,&quot;parentId&quot;:&quot;4423be60-d7e9-4044-90ae-5ebb62fff43f&quot;,&quot;order&quot;:&quot;5&quot;}},&quot;fe55fdff-0b79-4d81-b520-1f65e9bcb611&quot;:{&quot;boxContainer&quot;:{&quot;boxSize&quot;:0.23902814336749503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1733.7857082445953,&quot;y&quot;:0},&quot;scale&quot;:{&quot;x&quot;:1,&quot;y&quot;:1},&quot;rotate&quot;:0,&quot;skewX&quot;:0},&quot;id&quot;:&quot;fe55fdff-0b79-4d81-b520-1f65e9bcb611&quot;,&quot;type&quot;:&quot;FIGURE_OBJECT&quot;,&quot;parent&quot;:{&quot;type&quot;:&quot;CHILD&quot;,&quot;parentId&quot;:&quot;6abb1e54-e6be-40be-9352-21a4f2fbb3f0&quot;,&quot;order&quot;:&quot;8&quot;}},&quot;6645a4e9-0eb0-4b12-810f-59853e2f3f81&quot;:{&quot;boxContainer&quot;:{&quot;boxSize&quot;:0.4321796071094481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606.9943995598151},&quot;scale&quot;:{&quot;x&quot;:1,&quot;y&quot;:1},&quot;rotate&quot;:0,&quot;skewX&quot;:0},&quot;id&quot;:&quot;6645a4e9-0eb0-4b12-810f-59853e2f3f81&quot;,&quot;type&quot;:&quot;FIGURE_OBJECT&quot;,&quot;parent&quot;:{&quot;type&quot;:&quot;CHILD&quot;,&quot;parentId&quot;:&quot;fe55fdff-0b79-4d81-b520-1f65e9bcb611&quot;,&quot;order&quot;:&quot;5&quot;}},&quot;9ab3f367-41ef-4507-b78f-7b1d701b44b2&quot;:{&quot;boxContainer&quot;:{&quot;boxSize&quot;:0.3816114681166584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625.570737811481,&quot;y&quot;:0},&quot;scale&quot;:{&quot;x&quot;:1,&quot;y&quot;:1},&quot;rotate&quot;:0,&quot;skewX&quot;:0},&quot;id&quot;:&quot;9ab3f367-41ef-4507-b78f-7b1d701b44b2&quot;,&quot;type&quot;:&quot;FIGURE_OBJECT&quot;,&quot;parent&quot;:{&quot;type&quot;:&quot;CHILD&quot;,&quot;parentId&quot;:&quot;8fa75b8c-a082-469d-83ad-7801afe987f2&quot;,&quot;order&quot;:&quot;7&quot;}},&quot;fed16b73-e4cb-4376-9f55-421e941de49f&quot;:{&quot;boxContainer&quot;:{&quot;boxSize&quot;:1,&quot;sectionType&quot;:&quot;TEXT&quot;,&quot;boxType&quot;:&quot;CONTENT&quot;,&quot;content&quot;:&quot;FILL&quot;,&quot;alignmentHorizontal&quot;:&quot;NONE&quot;,&quot;alignmentVertical&quot;:&quot;NONE&quot;,&quot;boxPadding&quot;:{&quot;left&quot;:0,&quot;top&quot;:0,&quot;right&quot;:0,&quot;bottom&quot;:0},&quot;userOffset&quot;:{&quot;x&quot;:0,&quot;y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userDefinedProperties&quot;:{&quot;color&quot;:true,&quot;fontSize&quot;:true,&quot;fontFamily&quot;:true,&quot;fontWeight&quot;:true,&quot;contentMargin&quot;:true}},&quot;relativeTransform&quot;:{&quot;translate&quot;:{&quot;x&quot;:0,&quot;y&quot;:0},&quot;scale&quot;:{&quot;x&quot;:1,&quot;y&quot;:1},&quot;rotate&quot;:0,&quot;skewX&quot;:0},&quot;id&quot;:&quot;fed16b73-e4cb-4376-9f55-421e941de49f&quot;,&quot;type&quot;:&quot;FIGURE_OBJECT&quot;,&quot;parent&quot;:{&quot;type&quot;:&quot;CHILD&quot;,&quot;parentId&quot;:&quot;9ab3f367-41ef-4507-b78f-7b1d701b44b2&quot;,&quot;order&quot;:&quot;5&quot;}},&quot;cd65fa17-410a-4060-ac1e-801986ea8d8a&quot;:{&quot;id&quot;:&quot;cd65fa17-410a-4060-ac1e-801986ea8d8a&quot;,&quot;type&quot;:&quot;FIGURE_OBJECT&quot;,&quot;parent&quot;:{&quot;parentId&quot;:&quot;fed16b73-e4cb-4376-9f55-421e941de49f&quot;,&quot;type&quot;:&quot;CHILD&quot;,&quot;order&quot;:&quot;5&quot;},&quot;text&quot;:{&quot;textData&quot;:{&quot;lineSpacing&quot;:&quot;half&quot;,&quot;alignment&quot;:&quot;left&quot;,&quot;verticalAlign&quot;:&quot;TOP&quot;,&quot;lines&quot;:[{&quot;textIndent&quot;:{&quot;type&quot;:&quot;bullet&quot;,&quot;indent&quot;:1,&quot;symbol&quot;:&quot;●&quot;,&quot;unit&quot;:&quot;levels&quot;},&quot;runs&quot;:[{&quot;style&quot;:{&quot;fontWeight&quot;:&quot;normal&quot;,&quot;fontStyle&quot;:&quot;normal&quot;,&quot;fontSize&quot;:54.666666666666664,&quot;fontFamily&quot;:&quot;Roboto&quot;,&quot;color&quot;:&quot;black&quot;,&quot;decoration&quot;:&quot;none&quot;},&quot;range&quot;:[0,52]}],&quot;text&quot;:&quot;Top 150 PC explain 50 percent of variance (Figure 2a)&quot;},{&quot;textIndent&quot;:{&quot;type&quot;:&quot;bullet&quot;,&quot;indent&quot;:1,&quot;symbol&quot;:&quot;●&quot;,&quot;unit&quot;:&quot;levels&quot;},&quot;runs&quot;:[{&quot;range&quot;:[0,120],&quot;style&quot;:{&quot;fontWeight&quot;:&quot;normal&quot;,&quot;fontStyle&quot;:&quot;normal&quot;,&quot;fontSize&quot;:54.666666666666664,&quot;fontFamily&quot;:&quot;Roboto&quot;,&quot;color&quot;:&quot;black&quot;,&quot;decoration&quot;:&quot;none&quot;}}],&quot;text&quot;:&quot;Lifestyle Variables are able to predict 10 microbiome PCs at cross validated 2 percent variance explained (Figure 2b, 2d)&quot;},{&quot;textIndent&quot;:{&quot;type&quot;:&quot;bullet&quot;,&quot;indent&quot;:1,&quot;symbol&quot;:&quot;●&quot;,&quot;unit&quot;:&quot;levels&quot;},&quot;runs&quot;:[{&quot;style&quot;:{&quot;fontFamily&quot;:&quot;Roboto&quot;,&quot;fontSize&quot;:54.666666666666664,&quot;color&quot;:&quot;black&quot;,&quot;fontWeight&quot;:&quot;normal&quot;,&quot;fontStyle&quot;:&quot;normal&quot;,&quot;decoration&quot;:&quot;none&quot;,&quot;script&quot;:&quot;none&quot;},&quot;range&quot;:[0,112]}],&quot;text&quot;:&quot;Microbiome PC1 loaded onto Ruminococcus was associated with higher intake of fruit and vegetables (Figure 2c, 2e)&quot;}],&quot;_lastCaretLocation&quot;:{&quot;lineIndex&quot;:2,&quot;runIndex&quot;:0,&quot;charIndex&quot;:39}},&quot;format&quot;:&quot;BETTER_TEXT&quot;,&quot;size&quot;:{&quot;x&quot;:772.0873055003411,&quot;y&quot;:810.8301407859364},&quot;targetSize&quot;:{&quot;x&quot;:772.0873055003411,&quot;y&quot;:810.8301407859364}},&quot;relativeTransform&quot;:{&quot;scale&quot;:{&quot;x&quot;:1,&quot;y&quot;:1},&quot;translate&quot;:{&quot;x&quot;:0,&quot;y&quot;:0}}},&quot;42c1190a-6617-479c-af80-32ba2fa18026&quot;:{&quot;boxContainer&quot;:{&quot;boxSize&quot;:0.15278083095185754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1927.0967297476468,&quot;y&quot;:0},&quot;scale&quot;:{&quot;x&quot;:1,&quot;y&quot;:1},&quot;rotate&quot;:0,&quot;skewX&quot;:0},&quot;id&quot;:&quot;42c1190a-6617-479c-af80-32ba2fa18026&quot;,&quot;type&quot;:&quot;FIGURE_OBJECT&quot;,&quot;parent&quot;:{&quot;type&quot;:&quot;CHILD&quot;,&quot;parentId&quot;:&quot;f5c95933-c09b-4301-a6a1-3c2f6f456060&quot;,&quot;order&quot;:&quot;75&quot;}},&quot;eca7e43e-63d9-4927-b0b0-c81832198a6f&quot;:{&quot;boxContainer&quot;:{&quot;boxSize&quot;:0.6950978236975159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-1.5000752956002543,&quot;y&quot;:0},&quot;scale&quot;:{&quot;x&quot;:1,&quot;y&quot;:1},&quot;rotate&quot;:0,&quot;skewX&quot;:0},&quot;id&quot;:&quot;eca7e43e-63d9-4927-b0b0-c81832198a6f&quot;,&quot;type&quot;:&quot;FIGURE_OBJECT&quot;,&quot;parent&quot;:{&quot;type&quot;:&quot;CHILD&quot;,&quot;parentId&quot;:&quot;f5c95933-c09b-4301-a6a1-3c2f6f456060&quot;,&quot;order&quot;:&quot;7&quot;}},&quot;53908eba-0a6f-4da2-9791-8bb283c8e087&quot;:{&quot;boxContainer&quot;:{&quot;boxSize&quot;:1,&quot;sectionType&quot;:&quot;UNSET&quot;,&quot;boxType&quot;:&quot;CONTENT&quot;,&quot;fill&quot;:&quot;transparent&quot;,&quot;userOffset&quot;:{&quot;x&quot;:0,&quot;y&quot;:0},&quot;boxPadding&quot;:{&quot;left&quot;:0,&quot;top&quot;:0,&quot;right&quot;:0,&quot;bottom&quot;:0},&quot;margin&quot;:{&quot;left&quot;:12,&quot;top&quot;:12,&quot;right&quot;:12,&quot;bottom&quot;:12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CONTAIN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53908eba-0a6f-4da2-9791-8bb283c8e087&quot;,&quot;type&quot;:&quot;FIGURE_OBJECT&quot;,&quot;parent&quot;:{&quot;type&quot;:&quot;CHILD&quot;,&quot;parentId&quot;:&quot;f41a71e7-ca80-4e3a-94e4-1c200c74cecd&quot;,&quot;order&quot;:&quot;5&quot;}},&quot;f41a71e7-ca80-4e3a-94e4-1c200c74cecd&quot;:{&quot;boxContainer&quot;:{&quot;boxSize&quot;:1,&quot;sectionType&quot;:&quot;IMAGE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},&quot;relativeTransform&quot;:{&quot;translate&quot;:{&quot;x&quot;:0,&quot;y&quot;:0},&quot;scale&quot;:{&quot;x&quot;:1,&quot;y&quot;:1},&quot;rotate&quot;:0,&quot;skewX&quot;:0},&quot;id&quot;:&quot;f41a71e7-ca80-4e3a-94e4-1c200c74cecd&quot;,&quot;type&quot;:&quot;FIGURE_OBJECT&quot;,&quot;parent&quot;:{&quot;type&quot;:&quot;CHILD&quot;,&quot;parentId&quot;:&quot;42c1190a-6617-479c-af80-32ba2fa18026&quot;,&quot;order&quot;:&quot;5&quot;}},&quot;4890ec96-b7c0-4dcf-816e-4bf9fcad6508&quot;:{&quot;id&quot;:&quot;4890ec96-b7c0-4dcf-816e-4bf9fcad6508&quot;,&quot;name&quot;:&quot;U of T&quot;,&quot;type&quot;:&quot;FIGURE_OBJECT&quot;,&quot;relativeTransform&quot;:{&quot;translate&quot;:{&quot;x&quot;:0,&quot;y&quot;:0},&quot;rotate&quot;:0,&quot;skewX&quot;:0,&quot;scale&quot;:{&quot;x&quot;:0.40883518566980404,&quot;y&quot;:0.40883518566980404}},&quot;image&quot;:{&quot;url&quot;:&quot;&quot;,&quot;fallbackUrl&quot;:&quot;&quot;,&quot;isPremium&quot;:false,&quot;isSignedURL&quot;:false,&quot;size&quot;:{&quot;x&quot;:960,&quot;y&quot;:362}},&quot;embedded&quot;:{&quot;illustration&quot;:{&quot;json&quot;:&quot;{\&quot;bioData\&quot;:{\&quot;id\&quot;:\&quot;c587cbd6-a09b-4ce2-b264-bd4e54c2f56d\&quot;,\&quot;objects\&quot;:{\&quot;c587cbd6-a09b-4ce2-b264-bd4e54c2f56d\&quot;:{\&quot;id\&quot;:\&quot;c587cbd6-a09b-4ce2-b264-bd4e54c2f56d\&quot;,\&quot;type\&quot;:\&quot;FIGURE_OBJECT\&quot;,\&quot;document\&quot;:{\&quot;type\&quot;:\&quot;DOCUMENT_GROUP\&quot;,\&quot;canvasType\&quot;:\&quot;FIGURE\&quot;,\&quot;units\&quot;:\&quot;in\&quot;}},\&quot;cff30a74-3ac3-4383-ba49-d5038f6b499d\&quot;:{\&quot;id\&quot;:\&quot;cff30a74-3ac3-4383-ba49-d5038f6b499d\&quot;,\&quot;type\&quot;:\&quot;FIGURE_OBJECT\&quot;,\&quot;relativeTransform\&quot;:{\&quot;translate\&quot;:{\&quot;x\&quot;:0,\&quot;y\&quot;:0},\&quot;rotate\&quot;:0,\&quot;skewX\&quot;:0,\&quot;scale\&quot;:{\&quot;x\&quot;:1,\&quot;y\&quot;:1}},\&quot;path\&quot;:{\&quot;type\&quot;:\&quot;RECT\&quot;,\&quot;size\&quot;:{\&quot;x\&quot;:960,\&quot;y\&quot;:672}},\&quot;pathStyles\&quot;:[{\&quot;type\&quot;:\&quot;FILL\&quot;,\&quot;fillStyle\&quot;:\&quot;rgba(0,0,0,0)\&quot;}],\&quot;parent\&quot;:{\&quot;parentId\&quot;:\&quot;c587cbd6-a09b-4ce2-b264-bd4e54c2f56d\&quot;,\&quot;type\&quot;:\&quot;FRAME\&quot;,\&quot;order\&quot;:\&quot;5\&quot;}},\&quot;9581d0e8-97bc-4810-9a06-f05b8acab3ed\&quot;:{\&quot;id\&quot;:\&quot;9581d0e8-97bc-4810-9a06-f05b8acab3ed\&quot;,\&quot;type\&quot;:\&quot;FIGURE_OBJECT\&quot;,\&quot;document\&quot;:{\&quot;type\&quot;:\&quot;FIGURE\&quot;,\&quot;canvasType\&quot;:\&quot;FIGURE\&quot;,\&quot;units\&quot;:\&quot;in\&quot;,\&quot;aspectRatio\&quot;:0},\&quot;parent\&quot;:{\&quot;parentId\&quot;:\&quot;c587cbd6-a09b-4ce2-b264-bd4e54c2f56d\&quot;,\&quot;type\&quot;:\&quot;DOCUMENT\&quot;,\&quot;order\&quot;:\&quot;5\&quot;}},\&quot;60febd3f-fe8c-4b8d-b0e4-f6c080d6b3e9\&quot;:{\&quot;id\&quot;:\&quot;60febd3f-fe8c-4b8d-b0e4-f6c080d6b3e9\&quot;,\&quot;type\&quot;:\&quot;FIGURE_OBJECT\&quot;,\&quot;relativeTransform\&quot;:{\&quot;translate\&quot;:{\&quot;x\&quot;:0,\&quot;y\&quot;:-22.744615215154795},\&quot;rotate\&quot;:0,\&quot;skewX\&quot;:0,\&quot;scale\&quot;:{\&quot;x\&quot;:1,\&quot;y\&quot;:1}},\&quot;path\&quot;:{\&quot;type\&quot;:\&quot;RECT\&quot;,\&quot;size\&quot;:{\&quot;x\&quot;:960,\&quot;y\&quot;:361.84615615698}},\&quot;pathStyles\&quot;:[{\&quot;type\&quot;:\&quot;FILL\&quot;,\&quot;fillStyle\&quot;:\&quot;rgba(0,0,0,0)\&quot;}],\&quot;parent\&quot;:{\&quot;type\&quot;:\&quot;FRAME\&quot;,\&quot;parentId\&quot;:\&quot;9581d0e8-97bc-4810-9a06-f05b8acab3ed\&quot;,\&quot;order\&quot;:\&quot;5\&quot;}},\&quot;0e8f4898-0714-4e31-a5f3-ef623be88da9\&quot;:{\&quot;id\&quot;:\&quot;0e8f4898-0714-4e31-a5f3-ef623be88da9\&quot;,\&quot;type\&quot;:\&quot;FIGURE_OBJECT\&quot;,\&quot;guide\&quot;:{\&quot;type\&quot;:\&quot;GRID\&quot;,\&quot;distance\&quot;:0.5,\&quot;units\&quot;:\&quot;in\&quot;},\&quot;parent\&quot;:{\&quot;parentId\&quot;:\&quot;c587cbd6-a09b-4ce2-b264-bd4e54c2f56d\&quot;,\&quot;type\&quot;:\&quot;GUIDE\&quot;,\&quot;order\&quot;:\&quot;5\&quot;}},\&quot;b6083d53-05c1-43db-99fa-e750e0260a32\&quot;:{\&quot;id\&quot;:\&quot;b6083d53-05c1-43db-99fa-e750e0260a32\&quot;,\&quot;name\&quot;:\&quot;image.png\&quot;,\&quot;type\&quot;:\&quot;FIGURE_OBJECT\&quot;,\&quot;relativeTransform\&quot;:{\&quot;translate\&quot;:{\&quot;x\&quot;:-0.00019096306851906775,\&quot;y\&quot;:-23.273872983015792},\&quot;rotate\&quot;:0,\&quot;skewX\&quot;:0,\&quot;scale\&quot;:{\&quot;x\&quot;:3.200001183579489,\&quot;y\&quot;:3.2000011835794893}},\&quot;image\&quot;:{\&quot;url\&quot;:\&quot;https://core.services.biorender.com/api/uploads/noredirect/69cd90a4e66ebb1326f983f3/1775079588404_397e798c-c046-4309-bffe-d9bb5b0e94bc_icon.png\&quot;,\&quot;isPremium\&quot;:false,\&quot;isSignedURL\&quot;:true,\&quot;size\&quot;:{\&quot;x\&quot;:300,\&quot;y\&quot;:112.53333333333333}},\&quot;source\&quot;:{\&quot;id\&quot;:\&quot;69cd90a4e66ebb1326f983f3\&quot;,\&quot;type\&quot;:\&quot;UPLOADS\&quot;},\&quot;isPremium\&quot;:false,\&quot;parent\&quot;:{\&quot;type\&quot;:\&quot;CHILD\&quot;,\&quot;parentId\&quot;:\&quot;9581d0e8-97bc-4810-9a06-f05b8acab3ed\&quot;,\&quot;order\&quot;:\&quot;5\&quot;}}}},\&quot;migrationVersion\&quot;:46}&quot;,&quot;title&quot;:&quot;U of T&quot;,&quot;changeId&quot;:&quot;7a3ad081-1153-46cd-a50c-e6f40164da52&quot;}},&quot;source&quot;:{&quot;id&quot;:&quot;69cd9083096ec12c06e37d10&quot;,&quot;type&quot;:&quot;ILLUSTRATIONS&quot;,&quot;dateAdded&quot;:&quot;2026-04-01T21:40:55.922Z&quot;},&quot;isPremium&quot;:false,&quot;parent&quot;:{&quot;parentId&quot;:&quot;53908eba-0a6f-4da2-9791-8bb283c8e087&quot;,&quot;type&quot;:&quot;CHILD&quot;,&quot;order&quot;:&quot;5&quot;}},&quot;d52afb2a-d365-4f80-8b55-2567229f4482&quot;:{&quot;boxContainer&quot;:{&quot;boxSize&quot;:0.15212134535062652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-1928.5968050432473,&quot;y&quot;:0},&quot;scale&quot;:{&quot;x&quot;:1,&quot;y&quot;:1},&quot;rotate&quot;:0,&quot;skewX&quot;:0},&quot;id&quot;:&quot;d52afb2a-d365-4f80-8b55-2567229f4482&quot;,&quot;type&quot;:&quot;FIGURE_OBJECT&quot;,&quot;parent&quot;:{&quot;type&quot;:&quot;CHILD&quot;,&quot;parentId&quot;:&quot;f5c95933-c09b-4301-a6a1-3c2f6f456060&quot;,&quot;order&quot;:&quot;3&quot;}},&quot;209a5b59-b9d3-41de-91cd-9ad91d1fe107&quot;:{&quot;boxContainer&quot;:{&quot;boxSize&quot;:1,&quot;sectionType&quot;:&quot;UNSET&quot;,&quot;boxType&quot;:&quot;CONTENT&quot;,&quot;fill&quot;:&quot;transparent&quot;,&quot;userOffset&quot;:{&quot;x&quot;:0,&quot;y&quot;:0},&quot;boxPadding&quot;:{&quot;left&quot;:0,&quot;top&quot;:0,&quot;right&quot;:0,&quot;bottom&quot;:0},&quot;margin&quot;:{&quot;left&quot;:12,&quot;top&quot;:12,&quot;right&quot;:12,&quot;bottom&quot;:12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CONTAIN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209a5b59-b9d3-41de-91cd-9ad91d1fe107&quot;,&quot;type&quot;:&quot;FIGURE_OBJECT&quot;,&quot;parent&quot;:{&quot;type&quot;:&quot;CHILD&quot;,&quot;parentId&quot;:&quot;9a0d6463-a25e-41cc-afcc-664e825b2074&quot;,&quot;order&quot;:&quot;5&quot;}},&quot;9a0d6463-a25e-41cc-afcc-664e825b2074&quot;:{&quot;boxContainer&quot;:{&quot;boxSize&quot;:1,&quot;sectionType&quot;:&quot;IMAGE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},&quot;relativeTransform&quot;:{&quot;translate&quot;:{&quot;x&quot;:0,&quot;y&quot;:0},&quot;scale&quot;:{&quot;x&quot;:1,&quot;y&quot;:1},&quot;rotate&quot;:0,&quot;skewX&quot;:0},&quot;id&quot;:&quot;9a0d6463-a25e-41cc-afcc-664e825b2074&quot;,&quot;type&quot;:&quot;FIGURE_OBJECT&quot;,&quot;parent&quot;:{&quot;type&quot;:&quot;CHILD&quot;,&quot;parentId&quot;:&quot;d52afb2a-d365-4f80-8b55-2567229f4482&quot;,&quot;order&quot;:&quot;5&quot;}},&quot;8416a64b-8fac-484d-adae-2f0f731733be&quot;:{&quot;id&quot;:&quot;8416a64b-8fac-484d-adae-2f0f731733be&quot;,&quot;name&quot;:&quot;KCNI&quot;,&quot;type&quot;:&quot;FIGURE_OBJECT&quot;,&quot;relativeTransform&quot;:{&quot;translate&quot;:{&quot;x&quot;:0,&quot;y&quot;:0},&quot;rotate&quot;:0,&quot;skewX&quot;:0,&quot;scale&quot;:{&quot;x&quot;:0.37851237138738886,&quot;y&quot;:0.37851237138738886}},&quot;image&quot;:{&quot;url&quot;:&quot;&quot;,&quot;fallbackUrl&quot;:&quot;&quot;,&quot;isPremium&quot;:false,&quot;isSignedURL&quot;:false,&quot;size&quot;:{&quot;x&quot;:960,&quot;y&quot;:391}},&quot;embedded&quot;:{&quot;illustration&quot;:{&quot;json&quot;:&quot;{\&quot;bioData\&quot;:{\&quot;id\&quot;:\&quot;72f734c2-345e-4a61-8015-3758f95cf138\&quot;,\&quot;objects\&quot;:{\&quot;72f734c2-345e-4a61-8015-3758f95cf138\&quot;:{\&quot;id\&quot;:\&quot;72f734c2-345e-4a61-8015-3758f95cf138\&quot;,\&quot;type\&quot;:\&quot;FIGURE_OBJECT\&quot;,\&quot;document\&quot;:{\&quot;type\&quot;:\&quot;DOCUMENT_GROUP\&quot;,\&quot;canvasType\&quot;:\&quot;FIGURE\&quot;,\&quot;units\&quot;:\&quot;in\&quot;}},\&quot;b46ae567-df80-402c-a37b-1354748c597a\&quot;:{\&quot;id\&quot;:\&quot;b46ae567-df80-402c-a37b-1354748c597a\&quot;,\&quot;type\&quot;:\&quot;FIGURE_OBJECT\&quot;,\&quot;relativeTransform\&quot;:{\&quot;translate\&quot;:{\&quot;x\&quot;:0,\&quot;y\&quot;:0},\&quot;rotate\&quot;:0,\&quot;skewX\&quot;:0,\&quot;scale\&quot;:{\&quot;x\&quot;:1,\&quot;y\&quot;:1}},\&quot;path\&quot;:{\&quot;type\&quot;:\&quot;RECT\&quot;,\&quot;size\&quot;:{\&quot;x\&quot;:960,\&quot;y\&quot;:672}},\&quot;pathStyles\&quot;:[{\&quot;type\&quot;:\&quot;FILL\&quot;,\&quot;fillStyle\&quot;:\&quot;rgba(0,0,0,0)\&quot;}],\&quot;parent\&quot;:{\&quot;parentId\&quot;:\&quot;72f734c2-345e-4a61-8015-3758f95cf138\&quot;,\&quot;type\&quot;:\&quot;FRAME\&quot;,\&quot;order\&quot;:\&quot;5\&quot;}},\&quot;009f4c41-1355-41d0-b538-0c7ce85802ec\&quot;:{\&quot;id\&quot;:\&quot;009f4c41-1355-41d0-b538-0c7ce85802ec\&quot;,\&quot;type\&quot;:\&quot;FIGURE_OBJECT\&quot;,\&quot;document\&quot;:{\&quot;type\&quot;:\&quot;FIGURE\&quot;,\&quot;canvasType\&quot;:\&quot;FIGURE\&quot;,\&quot;units\&quot;:\&quot;in\&quot;,\&quot;aspectRatio\&quot;:0},\&quot;parent\&quot;:{\&quot;parentId\&quot;:\&quot;72f734c2-345e-4a61-8015-3758f95cf138\&quot;,\&quot;type\&quot;:\&quot;DOCUMENT\&quot;,\&quot;order\&quot;:\&quot;5\&quot;}},\&quot;7544913a-af4c-4d1e-a349-bb52ba6e6830\&quot;:{\&quot;id\&quot;:\&quot;7544913a-af4c-4d1e-a349-bb52ba6e6830\&quot;,\&quot;type\&quot;:\&quot;FIGURE_OBJECT\&quot;,\&quot;relativeTransform\&quot;:{\&quot;translate\&quot;:{\&quot;x\&quot;:0,\&quot;y\&quot;:-25.84615365358499},\&quot;rotate\&quot;:0,\&quot;skewX\&quot;:0,\&quot;scale\&quot;:{\&quot;x\&quot;:1,\&quot;y\&quot;:1}},\&quot;path\&quot;:{\&quot;type\&quot;:\&quot;RECT\&quot;,\&quot;size\&quot;:{\&quot;x\&quot;:960,\&quot;y\&quot;:390.7938482489953}},\&quot;pathStyles\&quot;:[{\&quot;type\&quot;:\&quot;FILL\&quot;,\&quot;fillStyle\&quot;:\&quot;rgba(0,0,0,0)\&quot;}],\&quot;parent\&quot;:{\&quot;type\&quot;:\&quot;FRAME\&quot;,\&quot;parentId\&quot;:\&quot;009f4c41-1355-41d0-b538-0c7ce85802ec\&quot;,\&quot;order\&quot;:\&quot;5\&quot;}},\&quot;b8c0973a-724f-426d-ab30-749d5625400b\&quot;:{\&quot;id\&quot;:\&quot;b8c0973a-724f-426d-ab30-749d5625400b\&quot;,\&quot;type\&quot;:\&quot;FIGURE_OBJECT\&quot;,\&quot;guide\&quot;:{\&quot;type\&quot;:\&quot;GRID\&quot;,\&quot;distance\&quot;:0.5,\&quot;units\&quot;:\&quot;in\&quot;},\&quot;parent\&quot;:{\&quot;parentId\&quot;:\&quot;72f734c2-345e-4a61-8015-3758f95cf138\&quot;,\&quot;type\&quot;:\&quot;GUIDE\&quot;,\&quot;order\&quot;:\&quot;5\&quot;}},\&quot;bab2a12c-1c68-4606-8472-b039c4fed477\&quot;:{\&quot;id\&quot;:\&quot;bab2a12c-1c68-4606-8472-b039c4fed477\&quot;,\&quot;name\&quot;:\&quot;image.png\&quot;,\&quot;type\&quot;:\&quot;FIGURE_OBJECT\&quot;,\&quot;relativeTransform\&quot;:{\&quot;translate\&quot;:{\&quot;x\&quot;:0.00004935375397963071,\&quot;y\&quot;:-26.710142184521402},\&quot;rotate\&quot;:0,\&quot;skewX\&quot;:0,\&quot;scale\&quot;:{\&quot;x\&quot;:3.199997911443303,\&quot;y\&quot;:3.199997911443303}},\&quot;image\&quot;:{\&quot;url\&quot;:\&quot;https://core.services.biorender.com/api/uploads/noredirect/69cd91233860d8c1dcb14fd2/1775079715867_526e867d-f5cf-4de4-aac0-b0690342d744_icon.png\&quot;,\&quot;isPremium\&quot;:false,\&quot;isSignedURL\&quot;:true,\&quot;size\&quot;:{\&quot;x\&quot;:300,\&quot;y\&quot;:121.76578786020846}},\&quot;source\&quot;:{\&quot;id\&quot;:\&quot;69cd91233860d8c1dcb14fd2\&quot;,\&quot;type\&quot;:\&quot;UPLOADS\&quot;},\&quot;isPremium\&quot;:false,\&quot;parent\&quot;:{\&quot;type\&quot;:\&quot;CHILD\&quot;,\&quot;parentId\&quot;:\&quot;009f4c41-1355-41d0-b538-0c7ce85802ec\&quot;,\&quot;order\&quot;:\&quot;5\&quot;}}}},\&quot;migrationVersion\&quot;:46}&quot;,&quot;title&quot;:&quot;KCNI&quot;,&quot;changeId&quot;:&quot;fed6d150-c42f-4842-9de5-7c163024fb62&quot;}},&quot;source&quot;:{&quot;id&quot;:&quot;69cd911e9c7d5d1e68177695&quot;,&quot;type&quot;:&quot;ILLUSTRATIONS&quot;,&quot;dateAdded&quot;:&quot;2026-04-01T21:42:25.345Z&quot;},&quot;isPremium&quot;:false,&quot;parent&quot;:{&quot;parentId&quot;:&quot;209a5b59-b9d3-41de-91cd-9ad91d1fe107&quot;,&quot;type&quot;:&quot;CHILD&quot;,&quot;order&quot;:&quot;5&quot;}},&quot;f600d138-302c-49cf-9504-5b5a6b92649d&quot;:{&quot;boxContainer&quot;:{&quot;boxSize&quot;: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f600d138-302c-49cf-9504-5b5a6b92649d&quot;,&quot;type&quot;:&quot;FIGURE_OBJECT&quot;,&quot;parent&quot;:{&quot;type&quot;:&quot;CHILD&quot;,&quot;parentId&quot;:&quot;c9ba5c45-8df7-4cab-bd35-1318d8d0031e&quot;,&quot;order&quot;:&quot;5&quot;}},&quot;544a1b74-8a49-4adb-9966-300c35327c66&quot;:{&quot;boxContainer&quot;:{&quot;boxSize&quot;:1,&quot;sectionType&quot;:&quot;UNSET&quot;,&quot;boxType&quot;:&quot;CONTENT&quot;,&quot;fill&quot;:&quot;transparent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CONTAIN&quot;,&quot;alignmentVertical&quot;:&quot;START&quot;,&quot;alignmentHorizontal&quot;:&quot;START&quot;,&quot;userDefinedProperties&quot;:{&quot;contentMargin&quot;:true}},&quot;relativeTransform&quot;:{&quot;translate&quot;:{&quot;x&quot;:0,&quot;y&quot;:0},&quot;scale&quot;:{&quot;x&quot;:1,&quot;y&quot;:1},&quot;rotate&quot;:0,&quot;skewX&quot;:0},&quot;id&quot;:&quot;544a1b74-8a49-4adb-9966-300c35327c66&quot;,&quot;type&quot;:&quot;FIGURE_OBJECT&quot;,&quot;parent&quot;:{&quot;type&quot;:&quot;CHILD&quot;,&quot;parentId&quot;:&quot;2247a43d-67a3-450c-92b7-767132645898&quot;,&quot;order&quot;:&quot;5&quot;}},&quot;2247a43d-67a3-450c-92b7-767132645898&quot;:{&quot;boxContainer&quot;:{&quot;boxSize&quot;:0.8672922252010724,&quot;sectionType&quot;:&quot;IMAGE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-49.52114558379128},&quot;scale&quot;:{&quot;x&quot;:1,&quot;y&quot;:1},&quot;rotate&quot;:0,&quot;skewX&quot;:0},&quot;id&quot;:&quot;2247a43d-67a3-450c-92b7-767132645898&quot;,&quot;type&quot;:&quot;FIGURE_OBJECT&quot;,&quot;parent&quot;:{&quot;type&quot;:&quot;CHILD&quot;,&quot;parentId&quot;:&quot;f600d138-302c-49cf-9504-5b5a6b92649d&quot;,&quot;order&quot;:&quot;5&quot;}},&quot;22c67477-00ec-423e-9802-894a183da85b&quot;:{&quot;boxContainer&quot;:{&quot;boxSize&quot;:1,&quot;sectionType&quot;:&quot;UNSET&quot;,&quot;boxType&quot;:&quot;CONTENT&quot;,&quot;content&quot;:&quot;FILL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alignmentVertical&quot;:&quot;START&quot;,&quot;alignmentHorizontal&quot;:&quot;START&quot;,&quot;userDefinedProperties&quot;:{&quot;color&quot;:true,&quot;fontSize&quot;:true,&quot;fontFamily&quot;:true,&quot;fontWeight&quot;:true,&quot;contentMargin&quot;:true}},&quot;relativeTransform&quot;:{&quot;translate&quot;:{&quot;x&quot;:0,&quot;y&quot;:0},&quot;scale&quot;:{&quot;x&quot;:1,&quot;y&quot;:1},&quot;rotate&quot;:0,&quot;skewX&quot;:0},&quot;id&quot;:&quot;22c67477-00ec-423e-9802-894a183da85b&quot;,&quot;type&quot;:&quot;FIGURE_OBJECT&quot;,&quot;parent&quot;:{&quot;type&quot;:&quot;CHILD&quot;,&quot;parentId&quot;:&quot;2d60ddd0-23e6-40a4-8313-34f03d81d1b3&quot;,&quot;order&quot;:&quot;5&quot;}},&quot;f8a8874e-d968-448a-b83c-72056dbd9c08&quot;:{&quot;id&quot;:&quot;f8a8874e-d968-448a-b83c-72056dbd9c08&quot;,&quot;type&quot;:&quot;FIGURE_OBJECT&quot;,&quot;parent&quot;:{&quot;parentId&quot;:&quot;22c67477-00ec-423e-9802-894a183da85b&quot;,&quot;type&quot;:&quot;CHILD&quot;,&quot;order&quot;:&quot;5&quot;},&quot;text&quot;:{&quot;textData&quot;:{&quot;lineSpacing&quot;:&quot;half&quot;,&quot;alignment&quot;:&quot;center&quot;,&quot;verticalAlign&quot;:&quot;TOP&quot;,&quot;lines&quot;:[{&quot;runs&quot;:[{&quot;style&quot;:{&quot;fontFamily&quot;:&quot;Roboto&quot;,&quot;fontSize&quot;:40,&quot;color&quot;:&quot;black&quot;,&quot;fontWeight&quot;:&quot;normal&quot;,&quot;fontStyle&quot;:&quot;normal&quot;,&quot;decoration&quot;:&quot;none&quot;,&quot;script&quot;:&quot;none&quot;},&quot;range&quot;:[0,76]}],&quot;text&quot;:&quot;Table 1. Demographics of the American Gut Project and Curated UK Biobank Data&quot;}],&quot;_lastCaretLocation&quot;:{&quot;lineIndex&quot;:0,&quot;runIndex&quot;:-1,&quot;charIndex&quot;:-1,&quot;endOfLine&quot;:true}},&quot;format&quot;:&quot;BETTER_TEXT&quot;,&quot;size&quot;:{&quot;x&quot;:1396.3426353658867,&quot;y&quot;:99.0422911675826},&quot;targetSize&quot;:{&quot;x&quot;:1396.3426353658867,&quot;y&quot;:99.0422911675826}},&quot;relativeTransform&quot;:{&quot;scale&quot;:{&quot;x&quot;:1,&quot;y&quot;:1},&quot;translate&quot;:{&quot;x&quot;:0,&quot;y&quot;:0}}},&quot;2d60ddd0-23e6-40a4-8313-34f03d81d1b3&quot;:{&quot;boxContainer&quot;:{&quot;boxSize&quot;:0.13270777479892762,&quot;sectionType&quot;:&quot;IMAGE_CAPTION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323.6381938657876},&quot;scale&quot;:{&quot;x&quot;:1,&quot;y&quot;:1},&quot;rotate&quot;:0,&quot;skewX&quot;:0},&quot;id&quot;:&quot;2d60ddd0-23e6-40a4-8313-34f03d81d1b3&quot;,&quot;type&quot;:&quot;FIGURE_OBJECT&quot;,&quot;parent&quot;:{&quot;type&quot;:&quot;CHILD&quot;,&quot;parentId&quot;:&quot;f600d138-302c-49cf-9504-5b5a6b92649d&quot;,&quot;order&quot;:&quot;7&quot;}},&quot;97252a1c-c983-40e1-858d-60ac758691d6&quot;:{&quot;id&quot;:&quot;97252a1c-c983-40e1-858d-60ac758691d6&quot;,&quot;name&quot;:&quot;Result2&quot;,&quot;type&quot;:&quot;FIGURE_OBJECT&quot;,&quot;relativeTransform&quot;:{&quot;translate&quot;:{&quot;x&quot;:0,&quot;y&quot;:0},&quot;rotate&quot;:0,&quot;skewX&quot;:0,&quot;scale&quot;:{&quot;x&quot;:2.107529980336774,&quot;y&quot;:2.107529980336774}},&quot;image&quot;:{&quot;url&quot;:&quot;&quot;,&quot;fallbackUrl&quot;:&quot;&quot;,&quot;isPremium&quot;:false,&quot;isSignedURL&quot;:false,&quot;size&quot;:{&quot;x&quot;:960,&quot;y&quot;:495}},&quot;embedded&quot;:{&quot;illustration&quot;:{&quot;json&quot;:&quot;{\&quot;bioData\&quot;:{\&quot;id\&quot;:\&quot;3d256e29-b41f-44bd-a21c-bdb1eed07a04\&quot;,\&quot;objects\&quot;:{\&quot;3d256e29-b41f-44bd-a21c-bdb1eed07a04\&quot;:{\&quot;id\&quot;:\&quot;3d256e29-b41f-44bd-a21c-bdb1eed07a04\&quot;,\&quot;type\&quot;:\&quot;FIGURE_OBJECT\&quot;,\&quot;document\&quot;:{\&quot;type\&quot;:\&quot;DOCUMENT_GROUP\&quot;,\&quot;canvasType\&quot;:\&quot;FIGURE\&quot;,\&quot;units\&quot;:\&quot;in\&quot;}},\&quot;26656e46-30b0-4b66-af58-2e5a9419e385\&quot;:{\&quot;id\&quot;:\&quot;26656e46-30b0-4b66-af58-2e5a9419e385\&quot;,\&quot;type\&quot;:\&quot;FIGURE_OBJECT\&quot;,\&quot;relativeTransform\&quot;:{\&quot;translate\&quot;:{\&quot;x\&quot;:0,\&quot;y\&quot;:0},\&quot;rotate\&quot;:0,\&quot;skewX\&quot;:0,\&quot;scale\&quot;:{\&quot;x\&quot;:1,\&quot;y\&quot;:1}},\&quot;path\&quot;:{\&quot;type\&quot;:\&quot;RECT\&quot;,\&quot;size\&quot;:{\&quot;x\&quot;:960,\&quot;y\&quot;:672}},\&quot;pathStyles\&quot;:[{\&quot;type\&quot;:\&quot;FILL\&quot;,\&quot;fillStyle\&quot;:\&quot;rgba(0,0,0,0)\&quot;}],\&quot;parent\&quot;:{\&quot;parentId\&quot;:\&quot;3d256e29-b41f-44bd-a21c-bdb1eed07a04\&quot;,\&quot;type\&quot;:\&quot;FRAME\&quot;,\&quot;order\&quot;:\&quot;5\&quot;}},\&quot;e5a55b43-1c00-46f8-9083-f9d88f73c9d2\&quot;:{\&quot;id\&quot;:\&quot;e5a55b43-1c00-46f8-9083-f9d88f73c9d2\&quot;,\&quot;type\&quot;:\&quot;FIGURE_OBJECT\&quot;,\&quot;document\&quot;:{\&quot;type\&quot;:\&quot;FIGURE\&quot;,\&quot;canvasType\&quot;:\&quot;FIGURE\&quot;,\&quot;units\&quot;:\&quot;in\&quot;,\&quot;aspectRatio\&quot;:0},\&quot;parent\&quot;:{\&quot;parentId\&quot;:\&quot;3d256e29-b41f-44bd-a21c-bdb1eed07a04\&quot;,\&quot;type\&quot;:\&quot;DOCUMENT\&quot;,\&quot;order\&quot;:\&quot;5\&quot;}},\&quot;13df23e5-140a-4e08-9302-07bb224cd24f\&quot;:{\&quot;id\&quot;:\&quot;13df23e5-140a-4e08-9302-07bb224cd24f\&quot;,\&quot;type\&quot;:\&quot;FIGURE_OBJECT\&quot;,\&quot;relativeTransform\&quot;:{\&quot;translate\&quot;:{\&quot;x\&quot;:0,\&quot;y\&quot;:16.99999987334013},\&quot;rotate\&quot;:0,\&quot;skewX\&quot;:0,\&quot;scale\&quot;:{\&quot;x\&quot;:1,\&quot;y\&quot;:1}},\&quot;path\&quot;:{\&quot;type\&quot;:\&quot;RECT\&quot;,\&quot;size\&quot;:{\&quot;x\&quot;:960,\&quot;y\&quot;:494.7999997466802}},\&quot;pathStyles\&quot;:[{\&quot;type\&quot;:\&quot;FILL\&quot;,\&quot;fillStyle\&quot;:\&quot;rgba(0,0,0,0)\&quot;}],\&quot;parent\&quot;:{\&quot;type\&quot;:\&quot;FRAME\&quot;,\&quot;parentId\&quot;:\&quot;e5a55b43-1c00-46f8-9083-f9d88f73c9d2\&quot;,\&quot;order\&quot;:\&quot;5\&quot;}},\&quot;f03c6b59-7d3b-4e26-9ae9-0c252b3fa66a\&quot;:{\&quot;id\&quot;:\&quot;f03c6b59-7d3b-4e26-9ae9-0c252b3fa66a\&quot;,\&quot;type\&quot;:\&quot;FIGURE_OBJECT\&quot;,\&quot;guide\&quot;:{\&quot;type\&quot;:\&quot;GRID\&quot;,\&quot;distance\&quot;:0.5,\&quot;units\&quot;:\&quot;in\&quot;},\&quot;parent\&quot;:{\&quot;parentId\&quot;:\&quot;3d256e29-b41f-44bd-a21c-bdb1eed07a04\&quot;,\&quot;type\&quot;:\&quot;GUIDE\&quot;,\&quot;order\&quot;:\&quot;5\&quot;}},\&quot;60b4cb0e-aa4c-490c-bb83-9f62776e244f\&quot;:{\&quot;id\&quot;:\&quot;60b4cb0e-aa4c-490c-bb83-9f62776e244f\&quot;,\&quot;type\&quot;:\&quot;FIGURE_OBJECT\&quot;,\&quot;relativeTransform\&quot;:{\&quot;translate\&quot;:{\&quot;x\&quot;:-460.0346747011314,\&quot;y\&quot;:-219.06188456839322},\&quot;rotate\&quot;:0,\&quot;skewX\&quot;:0,\&quot;scale\&quot;:{\&quot;x\&quot;:1,\&quot;y\&quot;:1}},\&quot;text\&quot;:{\&quot;textData\&quot;:{\&quot;lineSpacing\&quot;:\&quot;normal\&quot;,\&quot;alignment\&quot;:\&quot;left\&quot;,\&quot;verticalAlign\&quot;:\&quot;TOP\&quot;,\&quot;lines\&quot;:[{\&quot;runs\&quot;:[{\&quot;style\&quot;:{\&quot;fontFamily\&quot;:\&quot;Roboto\&quot;,\&quot;fontSize\&quot;:19.240963532510207,\&quot;color\&quot;:\&quot;black\&quot;,\&quot;fontWeight\&quot;:\&quot;normal\&quot;,\&quot;fontStyle\&quot;:\&quot;normal\&quot;,\&quot;decoration\&quot;:\&quot;none\&quot;},\&quot;range\&quot;:[0,0]}],\&quot;text\&quot;:\&quot;a\&quot;}]},\&quot;format\&quot;:\&quot;BETTER_TEXT\&quot;,\&quot;size\&quot;:{\&quot;x\&quot;:23.39638225891288,\&quot;y\&quot;:22.67684987760132},\&quot;targetSize\&quot;:{\&quot;x\&quot;:23.39638225891288,\&quot;y\&quot;:22.67684987760132}},\&quot;parent\&quot;:{\&quot;type\&quot;:\&quot;CHILD\&quot;,\&quot;parentId\&quot;:\&quot;e5a55b43-1c00-46f8-9083-f9d88f73c9d2\&quot;,\&quot;order\&quot;:\&quot;999995\&quot;}},\&quot;9e15da7e-05d9-4838-9bcb-a61195da2b71\&quot;:{\&quot;id\&quot;:\&quot;9e15da7e-05d9-4838-9bcb-a61195da2b71\&quot;,\&quot;type\&quot;:\&quot;FIGURE_OBJECT\&quot;,\&quot;relativeTransform\&quot;:{\&quot;translate\&quot;:{\&quot;x\&quot;:-167.19052514915074,\&quot;y\&quot;:-219.0617000476797},\&quot;rotate\&quot;:0,\&quot;skewX\&quot;:0,\&quot;scale\&quot;:{\&quot;x\&quot;:1,\&quot;y\&quot;:1}},\&quot;text\&quot;:{\&quot;textData\&quot;:{\&quot;lineSpacing\&quot;:\&quot;normal\&quot;,\&quot;alignment\&quot;:\&quot;left\&quot;,\&quot;verticalAlign\&quot;:\&quot;TOP\&quot;,\&quot;lines\&quot;:[{\&quot;runs\&quot;:[{\&quot;style\&quot;:{\&quot;fontFamily\&quot;:\&quot;Roboto\&quot;,\&quot;fontSize\&quot;:19.240963532510207,\&quot;color\&quot;:\&quot;black\&quot;,\&quot;fontWeight\&quot;:\&quot;normal\&quot;,\&quot;fontStyle\&quot;:\&quot;normal\&quot;,\&quot;decoration\&quot;:\&quot;none\&quot;},\&quot;range\&quot;:[0,0]}],\&quot;text\&quot;:\&quot;b\&quot;}],\&quot;_lastCaretLocation\&quot;:{\&quot;lineIndex\&quot;:0,\&quot;runIndex\&quot;:-1,\&quot;charIndex\&quot;:-1,\&quot;endOfLine\&quot;:true}},\&quot;format\&quot;:\&quot;BETTER_TEXT\&quot;,\&quot;size\&quot;:{\&quot;x\&quot;:16.402280304042744,\&quot;y\&quot;:22.67684987760132},\&quot;targetSize\&quot;:{\&quot;x\&quot;:16.402280304042744,\&quot;y\&quot;:22.67684987760132}},\&quot;parent\&quot;:{\&quot;type\&quot;:\&quot;CHILD\&quot;,\&quot;parentId\&quot;:\&quot;e5a55b43-1c00-46f8-9083-f9d88f73c9d2\&quot;,\&quot;order\&quot;:\&quot;999997\&quot;}},\&quot;ed6169e7-dc05-4678-b675-c5d74e9a3e7d\&quot;:{\&quot;id\&quot;:\&quot;ed6169e7-dc05-4678-b675-c5d74e9a3e7d\&quot;,\&quot;type\&quot;:\&quot;FIGURE_OBJECT\&quot;,\&quot;relativeTransform\&quot;:{\&quot;translate\&quot;:{\&quot;x\&quot;:-468.30206526214647,\&quot;y\&quot;:-1.1062743629111829},\&quot;rotate\&quot;:0,\&quot;skewX\&quot;:0,\&quot;scale\&quot;:{\&quot;x\&quot;:1,\&quot;y\&quot;:1}},\&quot;text\&quot;:{\&quot;textData\&quot;:{\&quot;lineSpacing\&quot;:\&quot;normal\&quot;,\&quot;alignment\&quot;:\&quot;left\&quot;,\&quot;verticalAlign\&quot;:\&quot;TOP\&quot;,\&quot;lines\&quot;:[{\&quot;runs\&quot;:[{\&quot;style\&quot;:{\&quot;fontFamily\&quot;:\&quot;Roboto\&quot;,\&quot;fontSize\&quot;:19.240963532510207,\&quot;color\&quot;:\&quot;black\&quot;,\&quot;fontWeight\&quot;:\&quot;normal\&quot;,\&quot;fontStyle\&quot;:\&quot;normal\&quot;,\&quot;decoration\&quot;:\&quot;none\&quot;},\&quot;range\&quot;:[0,0]}],\&quot;text\&quot;:\&quot;c\&quot;}],\&quot;_lastCaretLocation\&quot;:{\&quot;lineIndex\&quot;:0,\&quot;runIndex\&quot;:-1,\&quot;charIndex\&quot;:-1,\&quot;endOfLine\&quot;:true}},\&quot;format\&quot;:\&quot;BETTER_TEXT\&quot;,\&quot;size\&quot;:{\&quot;x\&quot;:23.39638225891288,\&quot;y\&quot;:22.67684987760132},\&quot;targetSize\&quot;:{\&quot;x\&quot;:23.39638225891288,\&quot;y\&quot;:22.67684987760132}},\&quot;parent\&quot;:{\&quot;type\&quot;:\&quot;CHILD\&quot;,\&quot;parentId\&quot;:\&quot;e5a55b43-1c00-46f8-9083-f9d88f73c9d2\&quot;,\&quot;order\&quot;:\&quot;99997\&quot;}},\&quot;8a5749e7-e825-4057-ba59-6ddbcee739c2\&quot;:{\&quot;id\&quot;:\&quot;8a5749e7-e825-4057-ba59-6ddbcee739c2\&quot;,\&quot;type\&quot;:\&quot;FIGURE_OBJECT\&quot;,\&quot;relativeTransform\&quot;:{\&quot;translate\&quot;:{\&quot;x\&quot;:-170.6876542787695,\&quot;y\&quot;:-0.9453755334323617},\&quot;rotate\&quot;:0,\&quot;skewX\&quot;:0,\&quot;scale\&quot;:{\&quot;x\&quot;:1,\&quot;y\&quot;:1}},\&quot;text\&quot;:{\&quot;textData\&quot;:{\&quot;lineSpacing\&quot;:\&quot;normal\&quot;,\&quot;alignment\&quot;:\&quot;left\&quot;,\&quot;verticalAlign\&quot;:\&quot;TOP\&quot;,\&quot;lines\&quot;:[{\&quot;runs\&quot;:[{\&quot;style\&quot;:{\&quot;fontFamily\&quot;:\&quot;Roboto\&quot;,\&quot;fontSize\&quot;:19.240963532510207,\&quot;color\&quot;:\&quot;black\&quot;,\&quot;fontWeight\&quot;:\&quot;normal\&quot;,\&quot;fontStyle\&quot;:\&quot;normal\&quot;,\&quot;decoration\&quot;:\&quot;none\&quot;},\&quot;range\&quot;:[0,0]}],\&quot;text\&quot;:\&quot;d\&quot;}],\&quot;_lastCaretLocation\&quot;:{\&quot;lineIndex\&quot;:0,\&quot;runIndex\&quot;:-1,\&quot;charIndex\&quot;:-1,\&quot;endOfLine\&quot;:true}},\&quot;format\&quot;:\&quot;BETTER_TEXT\&quot;,\&quot;size\&quot;:{\&quot;x\&quot;:23.39638225891288,\&quot;y\&quot;:23},\&quot;targetSize\&quot;:{\&quot;x\&quot;:23.39638225891288,\&quot;y\&quot;:22.67684987760132}},\&quot;parent\&quot;:{\&quot;type\&quot;:\&quot;CHILD\&quot;,\&quot;parentId\&quot;:\&quot;e5a55b43-1c00-46f8-9083-f9d88f73c9d2\&quot;,\&quot;order\&quot;:\&quot;99998\&quot;}},\&quot;de49ff25-6872-4446-92d7-7202cf11c149\&quot;:{\&quot;id\&quot;:\&quot;de49ff25-6872-4446-92d7-7202cf11c149\&quot;,\&quot;type\&quot;:\&quot;FIGURE_OBJECT\&quot;,\&quot;relativeTransform\&quot;:{\&quot;translate\&quot;:{\&quot;x\&quot;:180.91277103936264,\&quot;y\&quot;:-219.06075416597665},\&quot;rotate\&quot;:0,\&quot;skewX\&quot;:0,\&quot;scale\&quot;:{\&quot;x\&quot;:1,\&quot;y\&quot;:1}},\&quot;text\&quot;:{\&quot;textData\&quot;:{\&quot;lineSpacing\&quot;:\&quot;normal\&quot;,\&quot;alignment\&quot;:\&quot;left\&quot;,\&quot;verticalAlign\&quot;:\&quot;TOP\&quot;,\&quot;lines\&quot;:[{\&quot;runs\&quot;:[{\&quot;style\&quot;:{\&quot;fontFamily\&quot;:\&quot;Roboto\&quot;,\&quot;fontSize\&quot;:19.240963532510207,\&quot;color\&quot;:\&quot;black\&quot;,\&quot;fontWeight\&quot;:\&quot;normal\&quot;,\&quot;fontStyle\&quot;:\&quot;normal\&quot;,\&quot;decoration\&quot;:\&quot;none\&quot;},\&quot;range\&quot;:[0,0]}],\&quot;text\&quot;:\&quot;e\&quot;}],\&quot;_lastCaretLocation\&quot;:{\&quot;lineIndex\&quot;:0,\&quot;runIndex\&quot;:-1,\&quot;charIndex\&quot;:-1,\&quot;endOfLine\&quot;:true}},\&quot;format\&quot;:\&quot;BETTER_TEXT\&quot;,\&quot;size\&quot;:{\&quot;x\&quot;:23.39638225891288,\&quot;y\&quot;:22.67684987760132},\&quot;targetSize\&quot;:{\&quot;x\&quot;:23.39638225891288,\&quot;y\&quot;:22.67684987760132}},\&quot;parent\&quot;:{\&quot;type\&quot;:\&quot;CHILD\&quot;,\&quot;parentId\&quot;:\&quot;e5a55b43-1c00-46f8-9083-f9d88f73c9d2\&quot;,\&quot;order\&quot;:\&quot;997\&quot;}},\&quot;b96ee467-13eb-495f-b639-6a5174334672\&quot;:{\&quot;id\&quot;:\&quot;b96ee467-13eb-495f-b639-6a5174334672\&quot;,\&quot;name\&quot;:\&quot;image.png\&quot;,\&quot;type\&quot;:\&quot;FIGURE_OBJECT\&quot;,\&quot;relativeTransform\&quot;:{\&quot;translate\&quot;:{\&quot;x\&quot;:319.37445805530984,\&quot;y\&quot;:23.000316307411538},\&quot;rotate\&quot;:0,\&quot;skewX\&quot;:0,\&quot;scale\&quot;:{\&quot;x\&quot;:1.0708399996833509,\&quot;y\&quot;:1.3116152037928948}},\&quot;image\&quot;:{\&quot;url\&quot;:\&quot;https://core.services.biorender.com/api/uploads/noredirect/69d76c25d685bd08eeca853b/1775725605132_d8d77786-0491-4c17-a4a7-7b20210c5918_icon.png\&quot;,\&quot;isPremium\&quot;:false,\&quot;isSignedURL\&quot;:true,\&quot;size\&quot;:{\&quot;x\&quot;:300,\&quot;y\&quot;:355.4447852760736}},\&quot;source\&quot;:{\&quot;id\&quot;:\&quot;69d76c25d685bd08eeca853b\&quot;,\&quot;type\&quot;:\&quot;UPLOADS\&quot;},\&quot;isPremium\&quot;:false,\&quot;parent\&quot;:{\&quot;type\&quot;:\&quot;CHILD\&quot;,\&quot;parentId\&quot;:\&quot;e5a55b43-1c00-46f8-9083-f9d88f73c9d2\&quot;,\&quot;order\&quot;:\&quot;9998\&quot;}},\&quot;04f0d9c1-e50a-42ff-bed2-cf502f9391e1\&quot;:{\&quot;id\&quot;:\&quot;04f0d9c1-e50a-42ff-bed2-cf502f9391e1\&quot;,\&quot;name\&quot;:\&quot;image.png\&quot;,\&quot;type\&quot;:\&quot;FIGURE_OBJECT\&quot;,\&quot;relativeTransform\&quot;:{\&quot;translate\&quot;:{\&quot;x\&quot;:5.156458041340073,\&quot;y\&quot;:136.05094412024823},\&quot;rotate\&quot;:0,\&quot;skewX\&quot;:0,\&quot;scale\&quot;:{\&quot;x\&quot;:1.023946666393479,\&quot;y\&quot;:1.133092654645641}},\&quot;image\&quot;:{\&quot;url\&quot;:\&quot;https://core.services.biorender.com/api/uploads/noredirect/69d76da813bb61e36d4b44b9/1775725992945_b8c66757-07ec-4c0b-8006-44421e507aab_icon.png\&quot;,\&quot;isPremium\&quot;:false,\&quot;isSignedURL\&quot;:true,\&quot;size\&quot;:{\&quot;x\&quot;:300,\&quot;y\&quot;:226.54563297350344}},\&quot;source\&quot;:{\&quot;id\&quot;:\&quot;69d76da813bb61e36d4b44b9\&quot;,\&quot;type\&quot;:\&quot;UPLOADS\&quot;},\&quot;isPremium\&quot;:false,\&quot;parent\&quot;:{\&quot;type\&quot;:\&quot;CHILD\&quot;,\&quot;parentId\&quot;:\&quot;e5a55b43-1c00-46f8-9083-f9d88f73c9d2\&quot;,\&quot;order\&quot;:\&quot;9999\&quot;}},\&quot;1ec98b23-d462-4d47-859c-6d3fa8b61094\&quot;:{\&quot;id\&quot;:\&quot;1ec98b23-d462-4d47-859c-6d3fa8b61094\&quot;,\&quot;name\&quot;:\&quot;image.png\&quot;,\&quot;type\&quot;:\&quot;FIGURE_OBJECT\&quot;,\&quot;relativeTransform\&quot;:{\&quot;translate\&quot;:{\&quot;x\&quot;:-372.41219786163947,\&quot;y\&quot;:136.05081607737475},\&quot;rotate\&quot;:0,\&quot;skewX\&quot;:0,\&quot;scale\&quot;:{\&quot;x\&quot;:1.306889215777678,\&quot;y\&quot;:1.536350106326475}},\&quot;image\&quot;:{\&quot;url\&quot;:\&quot;https://core.services.biorender.com/api/uploads/noredirect/69d76dcaef967fc8a9a98868/1775726026025_bbfd3cc3-0c43-42f7-b72a-eabdd5793b97_icon.png\&quot;,\&quot;isPremium\&quot;:false,\&quot;isSignedURL\&quot;:true,\&quot;size\&quot;:{\&quot;x\&quot;:300,\&quot;y\&quot;:167.08302718589275}},\&quot;source\&quot;:{\&quot;id\&quot;:\&quot;69d76dcaef967fc8a9a98868\&quot;,\&quot;type\&quot;:\&quot;UPLOADS\&quot;},\&quot;isPremium\&quot;:false,\&quot;parent\&quot;:{\&quot;type\&quot;:\&quot;CHILD\&quot;,\&quot;parentId\&quot;:\&quot;4b5d04cc-7683-461e-a3ef-79a97f8ddf87\&quot;,\&quot;order\&quot;:\&quot;5\&quot;}},\&quot;f62ae21f-aee5-433b-afba-36f0d9794f14\&quot;:{\&quot;id\&quot;:\&quot;f62ae21f-aee5-433b-afba-36f0d9794f14\&quot;,\&quot;name\&quot;:\&quot;image.png\&quot;,\&quot;type\&quot;:\&quot;FIGURE_OBJECT\&quot;,\&quot;relativeTransform\&quot;:{\&quot;translate\&quot;:{\&quot;x\&quot;:-0.12004183572534544,\&quot;y\&quot;:-115.43186112430779},\&quot;rotate\&quot;:0,\&quot;skewX\&quot;:0,\&quot;scale\&quot;:{\&quot;x\&quot;:1.0591233328862988,\&quot;y\&quot;:1.3658834681541312}},\&quot;image\&quot;:{\&quot;url\&quot;:\&quot;https://core.services.biorender.com/api/uploads/noredirect/69d76df7fc02045dc2d92320/1775726071741_c9372524-c3bb-461c-854b-5e39ebde6620_icon.png\&quot;,\&quot;isPremium\&quot;:false,\&quot;isSignedURL\&quot;:true,\&quot;size\&quot;:{\&quot;x\&quot;:300,\&quot;y\&quot;:168.3422459893048}},\&quot;source\&quot;:{\&quot;id\&quot;:\&quot;69d76df7fc02045dc2d92320\&quot;,\&quot;type\&quot;:\&quot;UPLOADS\&quot;},\&quot;isPremium\&quot;:false,\&quot;parent\&quot;:{\&quot;type\&quot;:\&quot;CHILD\&quot;,\&quot;parentId\&quot;:\&quot;e5a55b43-1c00-46f8-9083-f9d88f73c9d2\&quot;,\&quot;order\&quot;:\&quot;99997\&quot;}},\&quot;4b5d04cc-7683-461e-a3ef-79a97f8ddf87\&quot;:{\&quot;type\&quot;:\&quot;FIGURE_OBJECT\&quot;,\&quot;id\&quot;:\&quot;4b5d04cc-7683-461e-a3ef-79a97f8ddf87\&quot;,\&quot;parent\&quot;:{\&quot;type\&quot;:\&quot;CHILD\&quot;,\&quot;parentId\&quot;:\&quot;e5a55b43-1c00-46f8-9083-f9d88f73c9d2\&quot;,\&quot;order\&quot;:\&quot;99995\&quot;},\&quot;relativeTransform\&quot;:{\&quot;translate\&quot;:{\&quot;x\&quot;:88.44603828080716,\&quot;y\&quot;:0},\&quot;rotate\&quot;:0}},\&quot;005a557d-11c4-4a82-8a8d-cd94d793fb94\&quot;:{\&quot;type\&quot;:\&quot;FIGURE_OBJECT\&quot;,\&quot;id\&quot;:\&quot;005a557d-11c4-4a82-8a8d-cd94d793fb94\&quot;,\&quot;parent\&quot;:{\&quot;type\&quot;:\&quot;CROP\&quot;,\&quot;parentId\&quot;:\&quot;4b5d04cc-7683-461e-a3ef-79a97f8ddf87\&quot;,\&quot;order\&quot;:\&quot;5\&quot;},\&quot;relativeTransform\&quot;:{\&quot;translate\&quot;:{\&quot;x\&quot;:-407.94008026461273,\&quot;y\&quot;:136.05081607737475},\&quot;rotate\&quot;:0,\&quot;skewX\&quot;:0,\&quot;scale\&quot;:{\&quot;x\&quot;:160.50549996367843,\&quot;y\&quot;:128.34901329119782}},\&quot;path\&quot;:{\&quot;type\&quot;:\&quot;RECT\&quot;,\&quot;size\&quot;:{\&quot;x\&quot;:2,\&quot;y\&quot;:2}},\&quot;pathStyles\&quot;:[{\&quot;type\&quot;:\&quot;FILL\&quot;,\&quot;fillStyle\&quot;:\&quot;#fff\&quot;}],\&quot;isFrozen\&quot;:true},\&quot;872efd7d-2e1f-4121-9840-d6f1ef101b91\&quot;:{\&quot;id\&quot;:\&quot;872efd7d-2e1f-4121-9840-d6f1ef101b91\&quot;,\&quot;name\&quot;:\&quot;image.png\&quot;,\&quot;type\&quot;:\&quot;FIGURE_OBJECT\&quot;,\&quot;relativeTransform\&quot;:{\&quot;translate\&quot;:{\&quot;x\&quot;:-371.1933938798797,\&quot;y\&quot;:-124.21858716804859},\&quot;rotate\&quot;:0,\&quot;skewX\&quot;:0,\&quot;scale\&quot;:{\&quot;x\&quot;:1.1537328226155372,\&quot;y\&quot;:1.9133509205538533}},\&quot;image\&quot;:{\&quot;url\&quot;:\&quot;https://core.services.biorender.com/api/uploads/noredirect/69d76e7634b76b04769e4891/1775726198219_7f53c04e-4812-4b2c-aa5a-b1cc33e7369b_icon.png\&quot;,\&quot;isPremium\&quot;:false,\&quot;isSignedURL\&quot;:true,\&quot;size\&quot;:{\&quot;x\&quot;:300,\&quot;y\&quot;:113.9124533423821}},\&quot;source\&quot;:{\&quot;id\&quot;:\&quot;69d76e7634b76b04769e4891\&quot;,\&quot;type\&quot;:\&quot;UPLOADS\&quot;},\&quot;isPremium\&quot;:false,\&quot;parent\&quot;:{\&quot;type\&quot;:\&quot;CHILD\&quot;,\&quot;parentId\&quot;:\&quot;aaa0a174-9752-4a16-85f1-bda9ae148809\&quot;,\&quot;order\&quot;:\&quot;5\&quot;}},\&quot;aaa0a174-9752-4a16-85f1-bda9ae148809\&quot;:{\&quot;type\&quot;:\&quot;FIGURE_OBJECT\&quot;,\&quot;id\&quot;:\&quot;aaa0a174-9752-4a16-85f1-bda9ae148809\&quot;,\&quot;parent\&quot;:{\&quot;type\&quot;:\&quot;CHILD\&quot;,\&quot;parentId\&quot;:\&quot;e5a55b43-1c00-46f8-9083-f9d88f73c9d2\&quot;,\&quot;order\&quot;:\&quot;99999\&quot;},\&quot;relativeTransform\&quot;:{\&quot;translate\&quot;:{\&quot;x\&quot;:64.25377540109474,\&quot;y\&quot;:2.795880926972089},\&quot;rotate\&quot;:0,\&quot;skewX\&quot;:0,\&quot;scale\&quot;:{\&quot;x\&quot;:1,\&quot;y\&quot;:1}}},\&quot;9e06baf5-71bf-429c-9ad8-b652484a0cb6\&quot;:{\&quot;type\&quot;:\&quot;FIGURE_OBJECT\&quot;,\&quot;id\&quot;:\&quot;9e06baf5-71bf-429c-9ad8-b652484a0cb6\&quot;,\&quot;parent\&quot;:{\&quot;type\&quot;:\&quot;CROP\&quot;,\&quot;parentId\&quot;:\&quot;aaa0a174-9752-4a16-85f1-bda9ae148809\&quot;,\&quot;order\&quot;:\&quot;5\&quot;},\&quot;relativeTransform\&quot;:{\&quot;translate\&quot;:{\&quot;x\&quot;:-393.114317355098,\&quot;y\&quot;:-124.21858716804859},\&quot;rotate\&quot;:0,\&quot;skewX\&quot;:0,\&quot;scale\&quot;:{\&quot;x\&quot;:151.1389999171123,\&quot;y\&quot;:108.97724873259732}},\&quot;path\&quot;:{\&quot;type\&quot;:\&quot;RECT\&quot;,\&quot;size\&quot;:{\&quot;x\&quot;:2,\&quot;y\&quot;:2}},\&quot;pathStyles\&quot;:[{\&quot;type\&quot;:\&quot;FILL\&quot;,\&quot;fillStyle\&quot;:\&quot;#fff\&quot;}],\&quot;isFrozen\&quot;:true}}},\&quot;migrationVersion\&quot;:46}&quot;,&quot;title&quot;:&quot;Result2&quot;,&quot;changeId&quot;:&quot;e3af65c8-885f-4a69-9f9b-dadc5bf7c48a&quot;}},&quot;source&quot;:{&quot;id&quot;:&quot;69cd6ce13ff3916011b29fb5&quot;,&quot;type&quot;:&quot;ILLUSTRATIONS&quot;,&quot;dateAdded&quot;:&quot;2026-04-09T09:18:06.423Z&quot;},&quot;isPremium&quot;:false,&quot;parent&quot;:{&quot;parentId&quot;:&quot;498c2560-16b9-465d-ae53-385e481cfe4b&quot;,&quot;type&quot;:&quot;CHILD&quot;,&quot;order&quot;:&quot;5&quot;}},&quot;256af38a-53a4-4ce1-8b1d-edaf9ee6bf95&quot;:{&quot;boxContainer&quot;:{&quot;boxSize&quot;:1,&quot;sectionType&quot;:&quot;SECTION&quot;,&quot;boxType&quot;:&quot;COLUMN&quot;,&quot;boxStyleType&quot;:&quot;SECONDARY_SECTION&quot;,&quot;userOffset&quot;:{&quot;x&quot;:0,&quot;y&quot;:0},&quot;boxPadding&quot;:{&quot;top&quot;:0,&quot;left&quot;:0,&quot;bottom&quot;:0,&quot;right&quot;:0},&quot;margin&quot;:{&quot;left&quot;:12,&quot;top&quot;:12,&quot;right&quot;:12,&quot;bottom&quot;:12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fill&quot;:&quot;#ffffff&quot;,&quot;content&quot;:&quot;FILL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256af38a-53a4-4ce1-8b1d-edaf9ee6bf95&quot;,&quot;type&quot;:&quot;FIGURE_OBJECT&quot;,&quot;parent&quot;:{&quot;type&quot;:&quot;CHILD&quot;,&quot;parentId&quot;:&quot;d7d212be-9241-4f56-9828-ced9b06087ae&quot;,&quot;order&quot;:&quot;5&quot;}},&quot;d7d212be-9241-4f56-9828-ced9b06087ae&quot;:{&quot;boxContainer&quot;:{&quot;boxSize&quot;:0.567820392890552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-461.99573739149},&quot;scale&quot;:{&quot;x&quot;:1,&quot;y&quot;:1},&quot;rotate&quot;:0,&quot;skewX&quot;:0},&quot;id&quot;:&quot;d7d212be-9241-4f56-9828-ced9b06087ae&quot;,&quot;type&quot;:&quot;FIGURE_OBJECT&quot;,&quot;parent&quot;:{&quot;type&quot;:&quot;CHILD&quot;,&quot;parentId&quot;:&quot;fe55fdff-0b79-4d81-b520-1f65e9bcb611&quot;,&quot;order&quot;:&quot;2&quot;}},&quot;002afe9e-44ae-4f27-acf3-a0ea4d6bb453&quot;:{&quot;boxContainer&quot;:{&quot;boxSize&quot;:0.45626822157434405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373.15933944957897},&quot;scale&quot;:{&quot;x&quot;:1,&quot;y&quot;:1},&quot;rotate&quot;:0,&quot;skewX&quot;:0},&quot;id&quot;:&quot;002afe9e-44ae-4f27-acf3-a0ea4d6bb453&quot;,&quot;type&quot;:&quot;FIGURE_OBJECT&quot;,&quot;parent&quot;:{&quot;type&quot;:&quot;CHILD&quot;,&quot;parentId&quot;:&quot;feb15832-950f-49cf-aea9-45116c2274fb&quot;,&quot;order&quot;:&quot;7&quot;}},&quot;feb15832-950f-49cf-aea9-45116c2274fb&quot;:{&quot;boxContainer&quot;:{&quot;boxSize&quot;: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feb15832-950f-49cf-aea9-45116c2274fb&quot;,&quot;type&quot;:&quot;FIGURE_OBJECT&quot;,&quot;parent&quot;:{&quot;type&quot;:&quot;CHILD&quot;,&quot;parentId&quot;:&quot;e55aef18-c3df-414d-9718-d9ec24e4f7cf&quot;,&quot;order&quot;:&quot;5&quot;}},&quot;c9ba5c45-8df7-4cab-bd35-1318d8d0031e&quot;:{&quot;boxContainer&quot;:{&quot;boxSize&quot;:0.543731778425656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-313.1337084389227},&quot;scale&quot;:{&quot;x&quot;:1,&quot;y&quot;:1},&quot;rotate&quot;:0,&quot;skewX&quot;:0},&quot;id&quot;:&quot;c9ba5c45-8df7-4cab-bd35-1318d8d0031e&quot;,&quot;type&quot;:&quot;FIGURE_OBJECT&quot;,&quot;parent&quot;:{&quot;type&quot;:&quot;CHILD&quot;,&quot;parentId&quot;:&quot;feb15832-950f-49cf-aea9-45116c2274fb&quot;,&quot;order&quot;:&quot;5&quot;}},&quot;67c6cc8c-e1ba-4621-8fbb-1c965b1b08e3&quot;:{&quot;boxContainer&quot;:{&quot;boxSize&quot;:1,&quot;sectionType&quot;:&quot;TEXT&quot;,&quot;boxType&quot;:&quot;CONTENT&quot;,&quot;content&quot;:&quot;FILL&quot;,&quot;alignmentHorizontal&quot;:&quot;NONE&quot;,&quot;alignmentVertical&quot;:&quot;NONE&quot;,&quot;boxPadding&quot;:{&quot;left&quot;:0,&quot;top&quot;:0,&quot;right&quot;:0,&quot;bottom&quot;:0},&quot;userOffset&quot;:{&quot;x&quot;:0,&quot;y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userDefinedProperties&quot;:{&quot;color&quot;:true,&quot;fontSize&quot;:true,&quot;fontFamily&quot;:true,&quot;fontWeight&quot;:true,&quot;contentMargin&quot;:true}},&quot;relativeTransform&quot;:{&quot;translate&quot;:{&quot;x&quot;:0,&quot;y&quot;:0},&quot;scale&quot;:{&quot;x&quot;:1,&quot;y&quot;:1},&quot;rotate&quot;:0,&quot;skewX&quot;:0},&quot;id&quot;:&quot;67c6cc8c-e1ba-4621-8fbb-1c965b1b08e3&quot;,&quot;type&quot;:&quot;FIGURE_OBJECT&quot;,&quot;parent&quot;:{&quot;type&quot;:&quot;CHILD&quot;,&quot;parentId&quot;:&quot;002afe9e-44ae-4f27-acf3-a0ea4d6bb453&quot;,&quot;order&quot;:&quot;5&quot;}},&quot;6248b5a2-40c2-4831-ba12-a398d62d8cc1&quot;:{&quot;id&quot;:&quot;6248b5a2-40c2-4831-ba12-a398d62d8cc1&quot;,&quot;type&quot;:&quot;FIGURE_OBJECT&quot;,&quot;parent&quot;:{&quot;parentId&quot;:&quot;67c6cc8c-e1ba-4621-8fbb-1c965b1b08e3&quot;,&quot;type&quot;:&quot;CHILD&quot;,&quot;order&quot;:&quot;5&quot;},&quot;text&quot;:{&quot;textData&quot;:{&quot;lineSpacing&quot;:&quot;normal&quot;,&quot;alignment&quot;:&quot;left&quot;,&quot;verticalAlign&quot;:&quot;TOP&quot;,&quot;lines&quot;:[{&quot;textIndent&quot;:{&quot;type&quot;:&quot;bullet&quot;,&quot;indent&quot;:1,&quot;symbol&quot;:&quot;●&quot;,&quot;unit&quot;:&quot;levels&quot;},&quot;runs&quot;:[{&quot;range&quot;:[0,119],&quot;style&quot;:{&quot;fontWeight&quot;:&quot;normal&quot;,&quot;fontStyle&quot;:&quot;normal&quot;,&quot;fontSize&quot;:53.33333333333333,&quot;fontFamily&quot;:&quot;Roboto&quot;,&quot;color&quot;:&quot;black&quot;,&quot;decoration&quot;:&quot;none&quot;}},{&quot;range&quot;:[120,120],&quot;style&quot;:{&quot;fontWeight&quot;:&quot;normal&quot;,&quot;fontStyle&quot;:&quot;normal&quot;,&quot;fontSize&quot;:53.33333333333333,&quot;fontFamily&quot;:&quot;Roboto&quot;,&quot;color&quot;:&quot;black&quot;,&quot;decoration&quot;:&quot;none&quot;}},{&quot;range&quot;:[121,132],&quot;style&quot;:{&quot;fontWeight&quot;:&quot;normal&quot;,&quot;fontStyle&quot;:&quot;normal&quot;,&quot;fontSize&quot;:53.33333333333333,&quot;fontFamily&quot;:&quot;Roboto&quot;,&quot;color&quot;:&quot;black&quot;,&quot;decoration&quot;:&quot;none&quot;}}],&quot;text&quot;:&quot;American Gut Project (AGP), a public microbiome cohort with data available at the EBI database under study accession ID: MGYS00000596&quot;},{&quot;textIndent&quot;:{&quot;type&quot;:&quot;bullet&quot;,&quot;indent&quot;:1,&quot;symbol&quot;:&quot;●&quot;,&quot;unit&quot;:&quot;levels&quot;},&quot;runs&quot;:[{&quot;range&quot;:[0,9],&quot;style&quot;:{&quot;fontWeight&quot;:&quot;normal&quot;,&quot;fontStyle&quot;:&quot;normal&quot;,&quot;fontSize&quot;:53.33333333333333,&quot;fontFamily&quot;:&quot;Roboto&quot;,&quot;color&quot;:&quot;black&quot;,&quot;decoration&quot;:&quot;none&quot;}},{&quot;range&quot;:[10,70],&quot;style&quot;:{&quot;fontWeight&quot;:&quot;normal&quot;,&quot;fontStyle&quot;:&quot;normal&quot;,&quot;fontSize&quot;:53.33333333333333,&quot;fontFamily&quot;:&quot;Roboto&quot;,&quot;color&quot;:&quot;black&quot;,&quot;decoration&quot;:&quot;none&quot;}},{&quot;range&quot;:[71,91],&quot;style&quot;:{&quot;fontWeight&quot;:&quot;normal&quot;,&quot;fontStyle&quot;:&quot;normal&quot;,&quot;fontSize&quot;:53.33333333333333,&quot;fontFamily&quot;:&quot;Roboto&quot;,&quot;color&quot;:&quot;black&quot;,&quot;decoration&quot;:&quot;none&quot;}},{&quot;range&quot;:[92,93],&quot;style&quot;:{&quot;fontWeight&quot;:&quot;normal&quot;,&quot;fontStyle&quot;:&quot;normal&quot;,&quot;fontSize&quot;:53.33333333333333,&quot;fontFamily&quot;:&quot;Roboto&quot;,&quot;color&quot;:&quot;black&quot;,&quot;decoration&quot;:&quot;none&quot;}}],&quot;text&quot;:&quot;UK Biobank, a health research resource of ~500,000 participants, under AMS application 61530. &quot;,&quot;baseStyle&quot;:{&quot;fontFamily&quot;:&quot;Roboto&quot;,&quot;fontSize&quot;:53.33333333333333,&quot;color&quot;:&quot;black&quot;,&quot;fontWeight&quot;:&quot;normal&quot;,&quot;fontStyle&quot;:&quot;normal&quot;,&quot;decoration&quot;:&quot;none&quot;,&quot;script&quot;:&quot;none&quot;}},{&quot;runs&quot;:[{&quot;range&quot;:[0,40],&quot;style&quot;:{&quot;fontWeight&quot;:&quot;normal&quot;,&quot;fontStyle&quot;:&quot;normal&quot;,&quot;fontSize&quot;:53.33333333333333,&quot;fontFamily&quot;:&quot;Roboto&quot;,&quot;color&quot;:&quot;black&quot;,&quot;decoration&quot;:&quot;none&quot;}},{&quot;range&quot;:[41,66],&quot;style&quot;:{&quot;fontWeight&quot;:&quot;normal&quot;,&quot;fontStyle&quot;:&quot;normal&quot;,&quot;fontSize&quot;:53.33333333333333,&quot;fontFamily&quot;:&quot;Roboto&quot;,&quot;color&quot;:&quot;black&quot;,&quot;decoration&quot;:&quot;none&quot;}}],&quot;text&quot;:&quot;819 filtered bacterial taxonomic features were used for modelling.\n&quot;,&quot;baseStyle&quot;:{&quot;fontFamily&quot;:&quot;Roboto&quot;,&quot;fontSize&quot;:53.33333333333333,&quot;color&quot;:&quot;black&quot;,&quot;fontWeight&quot;:&quot;normal&quot;,&quot;fontStyle&quot;:&quot;normal&quot;,&quot;decoration&quot;:&quot;none&quot;,&quot;script&quot;:&quot;none&quot;},&quot;textIndent&quot;:{&quot;type&quot;:&quot;bullet&quot;,&quot;indent&quot;:1,&quot;symbol&quot;:&quot;●&quot;,&quot;unit&quot;:&quot;levels&quot;}},{&quot;textIndent&quot;:{&quot;type&quot;:&quot;bullet&quot;,&quot;indent&quot;:1,&quot;symbol&quot;:&quot;●&quot;,&quot;unit&quot;:&quot;levels&quot;},&quot;runs&quot;:[{&quot;range&quot;:[0,28],&quot;style&quot;:{&quot;fontWeight&quot;:&quot;normal&quot;,&quot;fontStyle&quot;:&quot;normal&quot;,&quot;fontSize&quot;:53.33333333333333,&quot;fontFamily&quot;:&quot;Roboto&quot;,&quot;color&quot;:&quot;black&quot;,&quot;decoration&quot;:&quot;none&quot;}},{&quot;range&quot;:[29,112],&quot;style&quot;:{&quot;fontWeight&quot;:&quot;normal&quot;,&quot;fontStyle&quot;:&quot;normal&quot;,&quot;fontSize&quot;:53.33333333333333,&quot;fontFamily&quot;:&quot;Roboto&quot;,&quot;color&quot;:&quot;black&quot;,&quot;decoration&quot;:&quot;none&quot;}}],&quot;text&quot;:&quot;27 shared lifestyle variables were harmonized across AGP and UK Biobank including diet, exercise, smoking/alcohol&quot;}],&quot;_lastCaretLocation&quot;:{&quot;lineIndex&quot;:0,&quot;runIndex&quot;:0,&quot;charIndex&quot;:26}},&quot;format&quot;:&quot;BETTER_TEXT&quot;,&quot;size&quot;:{&quot;x&quot;:1396.3426353658867,&quot;y&quot;:626.2674168778456},&quot;targetSize&quot;:{&quot;x&quot;:1396.3426353658867,&quot;y&quot;:626.2674168778456}},&quot;relativeTransform&quot;:{&quot;scale&quot;:{&quot;x&quot;:1,&quot;y&quot;:1},&quot;translate&quot;:{&quot;x&quot;:0,&quot;y&quot;:0}}},&quot;a081a364-708e-40e9-942c-b1a04400e928&quot;:{&quot;id&quot;:&quot;a081a364-708e-40e9-942c-b1a04400e928&quot;,&quot;name&quot;:&quot;Method&quot;,&quot;type&quot;:&quot;FIGURE_OBJECT&quot;,&quot;relativeTransform&quot;:{&quot;translate&quot;:{&quot;x&quot;:0,&quot;y&quot;:0},&quot;rotate&quot;:0,&quot;skewX&quot;:0,&quot;scale&quot;:{&quot;x&quot;:1.0637652491448397,&quot;y&quot;:1.0637652491448397}},&quot;image&quot;:{&quot;url&quot;:&quot;&quot;,&quot;fallbackUrl&quot;:&quot;&quot;,&quot;isPremium&quot;:false,&quot;isSignedURL&quot;:false,&quot;size&quot;:{&quot;x&quot;:1056,&quot;y&quot;:672}},&quot;embedded&quot;:{&quot;illustration&quot;:{&quot;json&quot;:&quot;{\&quot;bioData\&quot;:{\&quot;id\&quot;:\&quot;b28589ed-eab7-41d7-956e-ba5ee042dd0e\&quot;,\&quot;objects\&quot;:{\&quot;b28589ed-eab7-41d7-956e-ba5ee042dd0e\&quot;:{\&quot;id\&quot;:\&quot;b28589ed-eab7-41d7-956e-ba5ee042dd0e\&quot;,\&quot;type\&quot;:\&quot;FIGURE_OBJECT\&quot;,\&quot;document\&quot;:{\&quot;type\&quot;:\&quot;DOCUMENT_GROUP\&quot;,\&quot;canvasType\&quot;:\&quot;FIGURE\&quot;,\&quot;units\&quot;:\&quot;in\&quot;}},\&quot;7c2a69cc-a16f-4bec-92e9-506ff495767d\&quot;:{\&quot;id\&quot;:\&quot;7c2a69cc-a16f-4bec-92e9-506ff495767d\&quot;,\&quot;type\&quot;:\&quot;FIGURE_OBJECT\&quot;,\&quot;relativeTransform\&quot;:{\&quot;translate\&quot;:{\&quot;x\&quot;:0,\&quot;y\&quot;:0},\&quot;rotate\&quot;:0,\&quot;skewX\&quot;:0,\&quot;scale\&quot;:{\&quot;x\&quot;:1,\&quot;y\&quot;:1}},\&quot;path\&quot;:{\&quot;type\&quot;:\&quot;RECT\&quot;,\&quot;size\&quot;:{\&quot;x\&quot;:960,\&quot;y\&quot;:672}},\&quot;pathStyles\&quot;:[{\&quot;type\&quot;:\&quot;FILL\&quot;,\&quot;fillStyle\&quot;:\&quot;rgba(0,0,0,0)\&quot;}],\&quot;parent\&quot;:{\&quot;parentId\&quot;:\&quot;b28589ed-eab7-41d7-956e-ba5ee042dd0e\&quot;,\&quot;type\&quot;:\&quot;FRAME\&quot;,\&quot;order\&quot;:\&quot;5\&quot;}},\&quot;7330caab-dd57-488a-a91d-fa20d5d58066\&quot;:{\&quot;id\&quot;:\&quot;7330caab-dd57-488a-a91d-fa20d5d58066\&quot;,\&quot;type\&quot;:\&quot;FIGURE_OBJECT\&quot;,\&quot;document\&quot;:{\&quot;type\&quot;:\&quot;FIGURE\&quot;,\&quot;canvasType\&quot;:\&quot;FIGURE\&quot;,\&quot;units\&quot;:\&quot;in\&quot;,\&quot;aspectRatio\&quot;:0},\&quot;parent\&quot;:{\&quot;parentId\&quot;:\&quot;b28589ed-eab7-41d7-956e-ba5ee042dd0e\&quot;,\&quot;type\&quot;:\&quot;DOCUMENT\&quot;,\&quot;order\&quot;:\&quot;5\&quot;}},\&quot;32f89ff4-aad8-47bb-8d09-f0db81639e30\&quot;:{\&quot;id\&quot;:\&quot;32f89ff4-aad8-47bb-8d09-f0db81639e30\&quot;,\&quot;type\&quot;:\&quot;FIGURE_OBJECT\&quot;,\&quot;relativeTransform\&quot;:{\&quot;translate\&quot;:{\&quot;x\&quot;:101.5318972243781,\&quot;y\&quot;:0},\&quot;rotate\&quot;:0,\&quot;skewX\&quot;:0,\&quot;scale\&quot;:{\&quot;x\&quot;:1,\&quot;y\&quot;:1}},\&quot;path\&quot;:{\&quot;type\&quot;:\&quot;RECT\&quot;,\&quot;size\&quot;:{\&quot;x\&quot;:1055.5437952498423,\&quot;y\&quot;:672}},\&quot;pathStyles\&quot;:[{\&quot;type\&quot;:\&quot;FILL\&quot;,\&quot;fillStyle\&quot;:\&quot;rgba(0,0,0,0)\&quot;}],\&quot;parent\&quot;:{\&quot;type\&quot;:\&quot;FRAME\&quot;,\&quot;parentId\&quot;:\&quot;7330caab-dd57-488a-a91d-fa20d5d58066\&quot;,\&quot;order\&quot;:\&quot;5\&quot;}},\&quot;32c34d62-9b90-4fde-9d33-5a68c7cdb380\&quot;:{\&quot;id\&quot;:\&quot;32c34d62-9b90-4fde-9d33-5a68c7cdb380\&quot;,\&quot;type\&quot;:\&quot;FIGURE_OBJECT\&quot;,\&quot;guide\&quot;:{\&quot;type\&quot;:\&quot;GRID\&quot;,\&quot;distance\&quot;:0.5,\&quot;units\&quot;:\&quot;in\&quot;},\&quot;parent\&quot;:{\&quot;parentId\&quot;:\&quot;b28589ed-eab7-41d7-956e-ba5ee042dd0e\&quot;,\&quot;type\&quot;:\&quot;GUIDE\&quot;,\&quot;order\&quot;:\&quot;5\&quot;}},\&quot;e66795a2-1588-4f72-abcf-bdbd760106b5\&quot;:{\&quot;relativeTransform\&quot;:{\&quot;translate\&quot;:{\&quot;x\&quot;:226.17494391215172,\&quot;y\&quot;:-531.857904787206},\&quot;rotate\&quot;:0,\&quot;skewX\&quot;:0,\&quot;scale\&quot;:{\&quot;x\&quot;:1,\&quot;y\&quot;:1}},\&quot;type\&quot;:\&quot;FIGURE_OBJECT\&quot;,\&quot;id\&quot;:\&quot;e66795a2-1588-4f72-abcf-bdbd760106b5\&quot;,\&quot;parent\&quot;:{\&quot;type\&quot;:\&quot;CHILD\&quot;,\&quot;parentId\&quot;:\&quot;7330caab-dd57-488a-a91d-fa20d5d58066\&quot;,\&quot;order\&quot;:\&quot;7\&quot;},\&quot;name\&quot;:\&quot;Random forest (symbol) 2\&quot;,\&quot;displayName\&quot;:\&quot;Random forest (symbol) 2\&quot;,\&quot;source\&quot;:{\&quot;id\&quot;:\&quot;68d40d59430c97595b57356f\&quot;,\&quot;type\&quot;:\&quot;ASSETS\&quot;},\&quot;isPremium\&quot;:true},\&quot;3fae7881-f885-4f00-992e-57d01ce6e026\&quot;:{\&quot;type\&quot;:\&quot;FIGURE_OBJECT\&quot;,\&quot;id\&quot;:\&quot;3fae7881-f885-4f00-992e-57d01ce6e026\&quot;,\&quot;relativeTransform\&quot;:{\&quot;translate\&quot;:{\&quot;x\&quot;:-474.0890115757234,\&quot;y\&quot;:277.70909447731486},\&quot;rotate\&quot;:0},\&quot;opacity\&quot;:1,\&quot;path\&quot;:{\&quot;type\&quot;:\&quot;ELLIPSE\&quot;,\&quot;size\&quot;:{\&quot;x\&quot;:16.222225801270394,\&quot;y\&quot;:16.222225801270394}},\&quot;pathStyles\&quot;:[{\&quot;type\&quot;:\&quot;FILL\&quot;,\&quot;fillStyle\&quot;:\&quot;rgb(146, 105, 168)\&quot;},{\&quot;type\&quot;:\&quot;STROKE\&quot;,\&quot;strokeStyle\&quot;:\&quot;rgba(0,0,0,0)\&quot;,\&quot;lineWidth\&quot;:1.2974329200885841,\&quot;lineJoin\&quot;:\&quot;round\&quot;}],\&quot;isLocked\&quot;:false,\&quot;parent\&quot;:{\&quot;type\&quot;:\&quot;CHILD\&quot;,\&quot;parentId\&quot;:\&quot;e66795a2-1588-4f72-abcf-bdbd760106b5\&quot;,\&quot;order\&quot;:\&quot;2\&quot;}},\&quot;283a1902-ffc5-4dd1-8483-8446b4bf8cbc\&quot;:{\&quot;type\&quot;:\&quot;FIGURE_OBJECT\&quot;,\&quot;id\&quot;:\&quot;283a1902-ffc5-4dd1-8483-8446b4bf8cbc\&quot;,\&quot;relativeTransform\&quot;:{\&quot;translate\&quot;:{\&quot;x\&quot;:-487.81499127550865,\&quot;y\&quot;:308.6385204994464},\&quot;rotate\&quot;:0},\&quot;opacity\&quot;:1,\&quot;path\&quot;:{\&quot;type\&quot;:\&quot;ELLIPSE\&quot;,\&quot;size\&quot;:{\&quot;x\&quot;:16.222225801270394,\&quot;y\&quot;:16.222225801270394}},\&quot;pathStyles\&quot;:[{\&quot;type\&quot;:\&quot;FILL\&quot;,\&quot;fillStyle\&quot;:\&quot;rgb(146, 105, 168)\&quot;},{\&quot;type\&quot;:\&quot;STROKE\&quot;,\&quot;strokeStyle\&quot;:\&quot;rgba(0,0,0,0)\&quot;,\&quot;lineWidth\&quot;:1.2974329200885841,\&quot;lineJoin\&quot;:\&quot;round\&quot;}],\&quot;isLocked\&quot;:false,\&quot;parent\&quot;:{\&quot;type\&quot;:\&quot;CHILD\&quot;,\&quot;parentId\&quot;:\&quot;e66795a2-1588-4f72-abcf-bdbd760106b5\&quot;,\&quot;order\&quot;:\&quot;15\&quot;}},\&quot;daf6999d-f78d-4418-b924-336288eb6a32\&quot;:{\&quot;type\&quot;:\&quot;FIGURE_OBJECT\&quot;,\&quot;id\&quot;:\&quot;daf6999d-f78d-4418-b924-336288eb6a32\&quot;,\&quot;relativeTransform\&quot;:{\&quot;translate\&quot;:{\&quot;x\&quot;:2.949319283590288,\&quot;y\&quot;:0.6138128993163549},\&quot;rotate\&quot;:0},\&quot;opacity\&quot;:1,\&quot;path\&quot;:{\&quot;type\&quot;:\&quot;POLY_LINE\&quot;,\&quot;points\&quot;:[{\&quot;x\&quot;:-482.4282333819321,\&quot;y\&quot;:290.1482824903949},{\&quot;x\&quot;:-484.644895286066,\&quot;y\&quot;:295.1709230561016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12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f3f1239b-d854-4ee6-8971-368542fdb7fc\&quot;:{\&quot;type\&quot;:\&quot;FIGURE_OBJECT\&quot;,\&quot;id\&quot;:\&quot;f3f1239b-d854-4ee6-8971-368542fdb7fc\&quot;,\&quot;relativeTransform\&quot;:{\&quot;translate\&quot;:{\&quot;x\&quot;:-460.22163068682477,\&quot;y\&quot;:308.6377309532732},\&quot;rotate\&quot;:-2.4492935982947064e-16},\&quot;opacity\&quot;:1,\&quot;path\&quot;:{\&quot;type\&quot;:\&quot;ELLIPSE\&quot;,\&quot;size\&quot;:{\&quot;x\&quot;:-16.222225801270394,\&quot;y\&quot;:16.222225801270394}},\&quot;pathStyles\&quot;:[{\&quot;type\&quot;:\&quot;FILL\&quot;,\&quot;fillStyle\&quot;:\&quot;rgb(146, 105, 168)\&quot;},{\&quot;type\&quot;:\&quot;STROKE\&quot;,\&quot;strokeStyle\&quot;:\&quot;rgba(0,0,0,0)\&quot;,\&quot;lineWidth\&quot;:1.2974329200885841,\&quot;lineJoin\&quot;:\&quot;round\&quot;}],\&quot;isLocked\&quot;:false,\&quot;parent\&quot;:{\&quot;type\&quot;:\&quot;CHILD\&quot;,\&quot;parentId\&quot;:\&quot;e66795a2-1588-4f72-abcf-bdbd760106b5\&quot;,\&quot;order\&quot;:\&quot;22\&quot;}},\&quot;1f06f7bb-f6c0-4d80-9f6d-bf9e5f32fc38\&quot;:{\&quot;type\&quot;:\&quot;FIGURE_OBJECT\&quot;,\&quot;id\&quot;:\&quot;1f06f7bb-f6c0-4d80-9f6d-bf9e5f32fc38\&quot;,\&quot;relativeTransform\&quot;:{\&quot;translate\&quot;:{\&quot;x\&quot;:-425.5018811048872,\&quot;y\&quot;:234.24652068952474},\&quot;rotate\&quot;:0},\&quot;opacity\&quot;:1,\&quot;path\&quot;:{\&quot;type\&quot;:\&quot;RECT\&quot;,\&quot;size\&quot;:{\&quot;x\&quot;:51.16044976118149,\&quot;y\&quot;:14.049643170528816},\&quot;cornerRounding\&quot;:{\&quot;type\&quot;:\&quot;ARC_LENGTH\&quot;,\&quot;global\&quot;:50.95007162844812}},\&quot;pathStyles\&quot;:[{\&quot;type\&quot;:\&quot;FILL\&quot;,\&quot;fillStyle\&quot;:\&quot;rgb(146, 105, 168)\&quot;},{\&quot;type\&quot;:\&quot;STROKE\&quot;,\&quot;strokeStyle\&quot;:\&quot;rgba(0,0,0,0)\&quot;,\&quot;lineWidth\&quot;:2.5948658401771683,\&quot;lineJoin\&quot;:\&quot;round\&quot;}],\&quot;isLocked\&quot;:false,\&quot;parent\&quot;:{\&quot;type\&quot;:\&quot;CHILD\&quot;,\&quot;parentId\&quot;:\&quot;e66795a2-1588-4f72-abcf-bdbd760106b5\&quot;,\&quot;order\&quot;:\&quot;05\&quot;}},\&quot;42d7a8b9-08af-4107-843a-2f8a2c662670\&quot;:{\&quot;type\&quot;:\&quot;FIGURE_OBJECT\&quot;,\&quot;id\&quot;:\&quot;42d7a8b9-08af-4107-843a-2f8a2c662670\&quot;,\&quot;relativeTransform\&quot;:{\&quot;translate\&quot;:{\&quot;x\&quot;:304.89572447413633,\&quot;y\&quot;:3340.0894811397143},\&quot;rotate\&quot;:-3.141592653589793},\&quot;opacity\&quot;:1,\&quot;path\&quot;:{\&quot;type\&quot;:\&quot;POLY_LINE\&quot;,\&quot;points\&quot;:[{\&quot;x\&quot;:762.476659249697,\&quot;y\&quot;:3105.738411578349},{\&quot;x\&quot;:778.8055443473648,\&quot;y\&quot;:3105.738411578349},{\&quot;x\&quot;:778.805544347365,\&quot;y\&quot;:3076.7998862671807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02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df28d83f-0cdd-4dcc-a9a2-9d1e33bb20fb\&quot;:{\&quot;type\&quot;:\&quot;FIGURE_OBJECT\&quot;,\&quot;id\&quot;:\&quot;df28d83f-0cdd-4dcc-a9a2-9d1e33bb20fb\&quot;,\&quot;relativeTransform\&quot;:{\&quot;translate\&quot;:{\&quot;x\&quot;:5.333423639138184,\&quot;y\&quot;:-4.55153716241428},\&quot;rotate\&quot;:0},\&quot;opacity\&quot;:1,\&quot;path\&quot;:{\&quot;type\&quot;:\&quot;POLY_LINE\&quot;,\&quot;points\&quot;:[{\&quot;x\&quot;:-430.8359693150509,\&quot;y\&quot;:267.8172820133184},{\&quot;x\&quot;:-430.8359693150509,\&quot;y\&quot;:252.15473596328596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1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c3c08f2a-9cab-4242-9c43-53ed88b0d2f1\&quot;:{\&quot;type\&quot;:\&quot;FIGURE_OBJECT\&quot;,\&quot;id\&quot;:\&quot;c3c08f2a-9cab-4242-9c43-53ed88b0d2f1\&quot;,\&quot;relativeTransform\&quot;:{\&quot;translate\&quot;:{\&quot;x\&quot;:-950.7424416959387,\&quot;y\&quot;:0.6138128993163594},\&quot;rotate\&quot;:-4.898587196589413e-16},\&quot;opacity\&quot;:1,\&quot;path\&quot;:{\&quot;type\&quot;:\&quot;POLY_LINE\&quot;,\&quot;points\&quot;:[{\&quot;x\&quot;:482.4282333819321,\&quot;y\&quot;:290.1482824903949},{\&quot;x\&quot;:484.644895286066,\&quot;y\&quot;:295.1709230561016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25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4492eb9c-29eb-4bdb-868b-e0df64426331\&quot;:{\&quot;type\&quot;:\&quot;FIGURE_OBJECT\&quot;,\&quot;id\&quot;:\&quot;4492eb9c-29eb-4bdb-868b-e0df64426331\&quot;,\&quot;relativeTransform\&quot;:{\&quot;translate\&quot;:{\&quot;x\&quot;:-425.58908637967886,\&quot;y\&quot;:277.70973525970925},\&quot;rotate\&quot;:0},\&quot;opacity\&quot;:1,\&quot;path\&quot;:{\&quot;type\&quot;:\&quot;ELLIPSE\&quot;,\&quot;size\&quot;:{\&quot;x\&quot;:16.222225801270394,\&quot;y\&quot;:16.222225801270394}},\&quot;pathStyles\&quot;:[{\&quot;type\&quot;:\&quot;FILL\&quot;,\&quot;fillStyle\&quot;:\&quot;rgb(146, 105, 168)\&quot;},{\&quot;type\&quot;:\&quot;STROKE\&quot;,\&quot;strokeStyle\&quot;:\&quot;rgba(0,0,0,0)\&quot;,\&quot;lineWidth\&quot;:1.2974329200885841,\&quot;lineJoin\&quot;:\&quot;round\&quot;}],\&quot;isLocked\&quot;:false,\&quot;parent\&quot;:{\&quot;type\&quot;:\&quot;CHILD\&quot;,\&quot;parentId\&quot;:\&quot;e66795a2-1588-4f72-abcf-bdbd760106b5\&quot;,\&quot;order\&quot;:\&quot;4\&quot;}},\&quot;be43f208-457a-4ec2-9d86-34ad564a8dd3\&quot;:{\&quot;type\&quot;:\&quot;FIGURE_OBJECT\&quot;,\&quot;id\&quot;:\&quot;be43f208-457a-4ec2-9d86-34ad564a8dd3\&quot;,\&quot;relativeTransform\&quot;:{\&quot;translate\&quot;:{\&quot;x\&quot;:-439.31506607946403,\&quot;y\&quot;:308.6391612818408},\&quot;rotate\&quot;:0},\&quot;opacity\&quot;:1,\&quot;path\&quot;:{\&quot;type\&quot;:\&quot;ELLIPSE\&quot;,\&quot;size\&quot;:{\&quot;x\&quot;:16.222225801270394,\&quot;y\&quot;:16.222225801270394}},\&quot;pathStyles\&quot;:[{\&quot;type\&quot;:\&quot;FILL\&quot;,\&quot;fillStyle\&quot;:\&quot;rgb(146, 105, 168)\&quot;},{\&quot;type\&quot;:\&quot;STROKE\&quot;,\&quot;strokeStyle\&quot;:\&quot;rgba(0,0,0,0)\&quot;,\&quot;lineWidth\&quot;:1.2974329200885841,\&quot;lineJoin\&quot;:\&quot;round\&quot;}],\&quot;isLocked\&quot;:false,\&quot;parent\&quot;:{\&quot;type\&quot;:\&quot;CHILD\&quot;,\&quot;parentId\&quot;:\&quot;e66795a2-1588-4f72-abcf-bdbd760106b5\&quot;,\&quot;order\&quot;:\&quot;35\&quot;}},\&quot;4f23323e-bc10-4118-b451-c3307164f134\&quot;:{\&quot;type\&quot;:\&quot;FIGURE_OBJECT\&quot;,\&quot;id\&quot;:\&quot;4f23323e-bc10-4118-b451-c3307164f134\&quot;,\&quot;relativeTransform\&quot;:{\&quot;translate\&quot;:{\&quot;x\&quot;:51.44924447963481,\&quot;y\&quot;:0.6144536817107262},\&quot;rotate\&quot;:0},\&quot;opacity\&quot;:1,\&quot;path\&quot;:{\&quot;type\&quot;:\&quot;POLY_LINE\&quot;,\&quot;points\&quot;:[{\&quot;x\&quot;:-482.4282333819321,\&quot;y\&quot;:290.1482824903949},{\&quot;x\&quot;:-484.644895286066,\&quot;y\&quot;:295.1709230561016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3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0e51680f-5501-4e80-acd1-ccd9cb618d77\&quot;:{\&quot;type\&quot;:\&quot;FIGURE_OBJECT\&quot;,\&quot;id\&quot;:\&quot;0e51680f-5501-4e80-acd1-ccd9cb618d77\&quot;,\&quot;relativeTransform\&quot;:{\&quot;translate\&quot;:{\&quot;x\&quot;:-411.7217054907802,\&quot;y\&quot;:308.6383717356676},\&quot;rotate\&quot;:-2.4492935982947064e-16},\&quot;opacity\&quot;:1,\&quot;path\&quot;:{\&quot;type\&quot;:\&quot;ELLIPSE\&quot;,\&quot;size\&quot;:{\&quot;x\&quot;:-16.222225801270394,\&quot;y\&quot;:16.222225801270394}},\&quot;pathStyles\&quot;:[{\&quot;type\&quot;:\&quot;FILL\&quot;,\&quot;fillStyle\&quot;:\&quot;rgb(146, 105, 168)\&quot;},{\&quot;type\&quot;:\&quot;STROKE\&quot;,\&quot;strokeStyle\&quot;:\&quot;rgba(0,0,0,0)\&quot;,\&quot;lineWidth\&quot;:1.2974329200885841,\&quot;lineJoin\&quot;:\&quot;round\&quot;}],\&quot;isLocked\&quot;:false,\&quot;parent\&quot;:{\&quot;type\&quot;:\&quot;CHILD\&quot;,\&quot;parentId\&quot;:\&quot;e66795a2-1588-4f72-abcf-bdbd760106b5\&quot;,\&quot;order\&quot;:\&quot;5\&quot;}},\&quot;29b9f7de-3469-4418-a530-eb32cc6dfe69\&quot;:{\&quot;type\&quot;:\&quot;FIGURE_OBJECT\&quot;,\&quot;id\&quot;:\&quot;29b9f7de-3469-4418-a530-eb32cc6dfe69\&quot;,\&quot;relativeTransform\&quot;:{\&quot;translate\&quot;:{\&quot;x\&quot;:-902.2425164998942,\&quot;y\&quot;:0.6144536817107309},\&quot;rotate\&quot;:-4.898587196589413e-16},\&quot;opacity\&quot;:1,\&quot;path\&quot;:{\&quot;type\&quot;:\&quot;POLY_LINE\&quot;,\&quot;points\&quot;:[{\&quot;x\&quot;:482.4282333819321,\&quot;y\&quot;:290.1482824903949},{\&quot;x\&quot;:484.644895286066,\&quot;y\&quot;:295.1709230561016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52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ec4b632a-41c0-4376-8d84-d8e9568d9c2c\&quot;:{\&quot;type\&quot;:\&quot;FIGURE_OBJECT\&quot;,\&quot;id\&quot;:\&quot;ec4b632a-41c0-4376-8d84-d8e9568d9c2c\&quot;,\&quot;relativeTransform\&quot;:{\&quot;translate\&quot;:{\&quot;x\&quot;:-1156.222249928877,\&quot;y\&quot;:3340.0897018759497},\&quot;rotate\&quot;:3.1415926535897927},\&quot;opacity\&quot;:1,\&quot;path\&quot;:{\&quot;type\&quot;:\&quot;POLY_LINE\&quot;,\&quot;points\&quot;:[{\&quot;x\&quot;:-762.476659249697,\&quot;y\&quot;:3105.738411578349},{\&quot;x\&quot;:-778.8055443473648,\&quot;y\&quot;:3105.738411578349},{\&quot;x\&quot;:-778.805544347365,\&quot;y\&quot;:3076.7998862671807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55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0b936fee-4d18-4d22-a95c-f24237df3dc6\&quot;:{\&quot;type\&quot;:\&quot;FIGURE_OBJECT\&quot;,\&quot;id\&quot;:\&quot;0b936fee-4d18-4d22-a95c-f24237df3dc6\&quot;,\&quot;relativeTransform\&quot;:{\&quot;translate\&quot;:{\&quot;x\&quot;:-377.2375138790179,\&quot;y\&quot;:277.7091880854355},\&quot;rotate\&quot;:-7.347880794884119e-16},\&quot;opacity\&quot;:1,\&quot;path\&quot;:{\&quot;type\&quot;:\&quot;ELLIPSE\&quot;,\&quot;size\&quot;:{\&quot;x\&quot;:-16.222225801270394,\&quot;y\&quot;:16.222225801270394}},\&quot;pathStyles\&quot;:[{\&quot;type\&quot;:\&quot;FILL\&quot;,\&quot;fillStyle\&quot;:\&quot;rgb(146, 105, 168)\&quot;},{\&quot;type\&quot;:\&quot;STROKE\&quot;,\&quot;strokeStyle\&quot;:\&quot;rgba(0,0,0,0)\&quot;,\&quot;lineWidth\&quot;:1.2974329200885841,\&quot;lineJoin\&quot;:\&quot;round\&quot;}],\&quot;isLocked\&quot;:false,\&quot;parent\&quot;:{\&quot;type\&quot;:\&quot;CHILD\&quot;,\&quot;parentId\&quot;:\&quot;e66795a2-1588-4f72-abcf-bdbd760106b5\&quot;,\&quot;order\&quot;:\&quot;65\&quot;}},\&quot;b651834b-a80a-44f6-9f18-57ca8566ada0\&quot;:{\&quot;type\&quot;:\&quot;FIGURE_OBJECT\&quot;,\&quot;id\&quot;:\&quot;b651834b-a80a-44f6-9f18-57ca8566ada0\&quot;,\&quot;relativeTransform\&quot;:{\&quot;translate\&quot;:{\&quot;x\&quot;:-363.5115341792328,\&quot;y\&quot;:308.6386141075671},\&quot;rotate\&quot;:-7.347880794884119e-16},\&quot;opacity\&quot;:1,\&quot;path\&quot;:{\&quot;type\&quot;:\&quot;ELLIPSE\&quot;,\&quot;size\&quot;:{\&quot;x\&quot;:-16.222225801270394,\&quot;y\&quot;:16.222225801270394}},\&quot;pathStyles\&quot;:[{\&quot;type\&quot;:\&quot;FILL\&quot;,\&quot;fillStyle\&quot;:\&quot;rgb(146, 105, 168)\&quot;},{\&quot;type\&quot;:\&quot;STROKE\&quot;,\&quot;strokeStyle\&quot;:\&quot;rgba(0,0,0,0)\&quot;,\&quot;lineWidth\&quot;:1.2974329200885841,\&quot;lineJoin\&quot;:\&quot;round\&quot;}],\&quot;isLocked\&quot;:false,\&quot;parent\&quot;:{\&quot;type\&quot;:\&quot;CHILD\&quot;,\&quot;parentId\&quot;:\&quot;e66795a2-1588-4f72-abcf-bdbd760106b5\&quot;,\&quot;order\&quot;:\&quot;62\&quot;}},\&quot;6dacb4c1-d759-48d7-a1f9-e06962321d87\&quot;:{\&quot;type\&quot;:\&quot;FIGURE_OBJECT\&quot;,\&quot;id\&quot;:\&quot;6dacb4c1-d759-48d7-a1f9-e06962321d87\&quot;,\&quot;relativeTransform\&quot;:{\&quot;translate\&quot;:{\&quot;x\&quot;:-854.2758447383317,\&quot;y\&quot;:0.6139065074372804},\&quot;rotate\&quot;:-7.347880794884119e-16},\&quot;opacity\&quot;:1,\&quot;path\&quot;:{\&quot;type\&quot;:\&quot;POLY_LINE\&quot;,\&quot;points\&quot;:[{\&quot;x\&quot;:482.4282333819321,\&quot;y\&quot;:290.1482824903949},{\&quot;x\&quot;:484.644895286066,\&quot;y\&quot;:295.1709230561016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6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9ba5eb56-dd5f-430e-9aab-7727e2fa5110\&quot;:{\&quot;type\&quot;:\&quot;FIGURE_OBJECT\&quot;,\&quot;id\&quot;:\&quot;9ba5eb56-dd5f-430e-9aab-7727e2fa5110\&quot;,\&quot;relativeTransform\&quot;:{\&quot;translate\&quot;:{\&quot;x\&quot;:-391.10489476791656,\&quot;y\&quot;:308.6378245613939},\&quot;rotate\&quot;:-4.898587196589413e-16},\&quot;opacity\&quot;:1,\&quot;path\&quot;:{\&quot;type\&quot;:\&quot;ELLIPSE\&quot;,\&quot;size\&quot;:{\&quot;x\&quot;:16.222225801270394,\&quot;y\&quot;:16.222225801270394}},\&quot;pathStyles\&quot;:[{\&quot;type\&quot;:\&quot;FILL\&quot;,\&quot;fillStyle\&quot;:\&quot;rgb(146, 105, 168)\&quot;},{\&quot;type\&quot;:\&quot;STROKE\&quot;,\&quot;strokeStyle\&quot;:\&quot;rgba(0,0,0,0)\&quot;,\&quot;lineWidth\&quot;:1.2974329200885841,\&quot;lineJoin\&quot;:\&quot;round\&quot;}],\&quot;isLocked\&quot;:false,\&quot;parent\&quot;:{\&quot;type\&quot;:\&quot;CHILD\&quot;,\&quot;parentId\&quot;:\&quot;e66795a2-1588-4f72-abcf-bdbd760106b5\&quot;,\&quot;order\&quot;:\&quot;7\&quot;}},\&quot;693bdb86-8393-4bc4-ab07-2039df9d063a\&quot;:{\&quot;type\&quot;:\&quot;FIGURE_OBJECT\&quot;,\&quot;id\&quot;:\&quot;693bdb86-8393-4bc4-ab07-2039df9d063a\&quot;,\&quot;relativeTransform\&quot;:{\&quot;translate\&quot;:{\&quot;x\&quot;:99.41591624119728,\&quot;y\&quot;:0.6139065074368178},\&quot;rotate\&quot;:-4.5769509808878667e-17},\&quot;opacity\&quot;:1,\&quot;path\&quot;:{\&quot;type\&quot;:\&quot;POLY_LINE\&quot;,\&quot;points\&quot;:[{\&quot;x\&quot;:-482.4282333819321,\&quot;y\&quot;:290.1482824903949},{\&quot;x\&quot;:-484.644895286066,\&quot;y\&quot;:295.1709230561016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72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f4fe271b-0962-4376-9043-da2afa0ca390\&quot;:{\&quot;type\&quot;:\&quot;FIGURE_OBJECT\&quot;,\&quot;id\&quot;:\&quot;f4fe271b-0962-4376-9043-da2afa0ca390\&quot;,\&quot;relativeTransform\&quot;:{\&quot;translate\&quot;:{\&quot;x\&quot;:-425.436891524982,\&quot;y\&quot;:352.3686078256246},\&quot;rotate\&quot;:3.1415926535897927},\&quot;opacity\&quot;:1,\&quot;path\&quot;:{\&quot;type\&quot;:\&quot;RECT\&quot;,\&quot;size\&quot;:{\&quot;x\&quot;:-51.16044976118149,\&quot;y\&quot;:14.049643170528816},\&quot;cornerRounding\&quot;:{\&quot;type\&quot;:\&quot;ARC_LENGTH\&quot;,\&quot;global\&quot;:50.95007162844812}},\&quot;pathStyles\&quot;:[{\&quot;type\&quot;:\&quot;FILL\&quot;,\&quot;fillStyle\&quot;:\&quot;rgb(146, 105, 168)\&quot;},{\&quot;type\&quot;:\&quot;STROKE\&quot;,\&quot;strokeStyle\&quot;:\&quot;rgba(0,0,0,0)\&quot;,\&quot;lineWidth\&quot;:2.5948658401771683,\&quot;lineJoin\&quot;:\&quot;round\&quot;}],\&quot;isLocked\&quot;:false,\&quot;parent\&quot;:{\&quot;type\&quot;:\&quot;CHILD\&quot;,\&quot;parentId\&quot;:\&quot;e66795a2-1588-4f72-abcf-bdbd760106b5\&quot;,\&quot;order\&quot;:\&quot;8\&quot;}},\&quot;96b354bc-63f8-494c-b709-bdfd0ed28d83\&quot;:{\&quot;type\&quot;:\&quot;FIGURE_OBJECT\&quot;,\&quot;id\&quot;:\&quot;96b354bc-63f8-494c-b709-bdfd0ed28d83\&quot;,\&quot;relativeTransform\&quot;:{\&quot;translate\&quot;:{\&quot;x\&quot;:304.96071405404103,\&quot;y\&quot;:-2753.4743526245643},\&quot;rotate\&quot;:-2.4492935982947064e-16},\&quot;opacity\&quot;:1,\&quot;path\&quot;:{\&quot;type\&quot;:\&quot;POLY_LINE\&quot;,\&quot;points\&quot;:[{\&quot;x\&quot;:-762.476659249697,\&quot;y\&quot;:3105.738411578349},{\&quot;x\&quot;:-778.8055443473648,\&quot;y\&quot;:3105.738411578349},{\&quot;x\&quot;:-778.805544347365,\&quot;y\&quot;:3076.7998862671807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75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aaa0a371-6b0c-4a62-8513-df523dfa5e95\&quot;:{\&quot;type\&quot;:\&quot;FIGURE_OBJECT\&quot;,\&quot;id\&quot;:\&quot;aaa0a371-6b0c-4a62-8513-df523dfa5e95\&quot;,\&quot;relativeTransform\&quot;:{\&quot;translate\&quot;:{\&quot;x\&quot;:5.398413219043326,\&quot;y\&quot;:591.1666656775636},\&quot;rotate\&quot;:3.1415926535897927},\&quot;opacity\&quot;:1,\&quot;path\&quot;:{\&quot;type\&quot;:\&quot;POLY_LINE\&quot;,\&quot;points\&quot;:[{\&quot;x\&quot;:430.8359693150509,\&quot;y\&quot;:267.8172820133184},{\&quot;x\&quot;:430.8359693150509,\&quot;y\&quot;:252.15473596328596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85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34c70b8b-a79f-4c24-a611-de31095dfe73\&quot;:{\&quot;type\&quot;:\&quot;FIGURE_OBJECT\&quot;,\&quot;id\&quot;:\&quot;34c70b8b-a79f-4c24-a611-de31095dfe73\&quot;,\&quot;relativeTransform\&quot;:{\&quot;translate\&quot;:{\&quot;x\&quot;:-1156.1572603489724,\&quot;y\&quot;:-2753.4745733607997},\&quot;rotate\&quot;:1.99159850020592e-16},\&quot;opacity\&quot;:1,\&quot;path\&quot;:{\&quot;type\&quot;:\&quot;POLY_LINE\&quot;,\&quot;points\&quot;:[{\&quot;x\&quot;:762.476659249697,\&quot;y\&quot;:3105.738411578349},{\&quot;x\&quot;:778.8055443473648,\&quot;y\&quot;:3105.738411578349},{\&quot;x\&quot;:778.805544347365,\&quot;y\&quot;:3076.7998862671807}],\&quot;closed\&quot;:false},\&quot;pathStyles\&quot;:[{\&quot;type\&quot;:\&quot;FILL\&quot;,\&quot;fillStyle\&quot;:\&quot;rgba(0,0,0,0)\&quot;},{\&quot;type\&quot;:\&quot;STROKE\&quot;,\&quot;strokeStyle\&quot;:\&quot;rgb(54, 97, 123)\&quot;,\&quot;lineWidth\&quot;:5.1897316803543365,\&quot;lineJoin\&quot;:\&quot;round\&quot;}],\&quot;isLocked\&quot;:false,\&quot;parent\&quot;:{\&quot;type\&quot;:\&quot;CHILD\&quot;,\&quot;parentId\&quot;:\&quot;e66795a2-1588-4f72-abcf-bdbd760106b5\&quot;,\&quot;order\&quot;:\&quot;9\&quot;},\&quot;connectorInfo\&quot;:{\&quot;connectedObjects\&quot;:[],\&quot;type\&quot;:\&quot;LINE\&quot;,\&quot;offset\&quot;:{\&quot;x\&quot;:0,\&quot;y\&quot;:0},\&quot;bending\&quot;:0.1,\&quot;firstElementIsHead\&quot;:true,\&quot;customized\&quot;:true}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079c30ce-ccb8-4215-9862-7cd68431e568\&quot;:{\&quot;id\&quot;:\&quot;079c30ce-ccb8-4215-9862-7cd68431e568\&quot;,\&quot;type\&quot;:\&quot;FIGURE_OBJECT\&quot;,\&quot;relativeTransform\&quot;:{\&quot;translate\&quot;:{\&quot;x\&quot;:-160.423630969264,\&quot;y\&quot;:-97.01651006167654},\&quot;rotate\&quot;:0},\&quot;text\&quot;:{\&quot;textData\&quot;:{\&quot;verticalAlign\&quot;:\&quot;TOP\&quot;,\&quot;lineSpacing\&quot;:\&quot;normal\&quot;,\&quot;alignment\&quot;:\&quot;left\&quot;,\&quot;lines\&quot;:[{\&quot;runs\&quot;:[{\&quot;range\&quot;:[0,115],\&quot;style\&quot;:{\&quot;fontWeight\&quot;:\&quot;normal\&quot;,\&quot;fontStyle\&quot;:\&quot;normal\&quot;,\&quot;fontFamily\&quot;:\&quot;Roboto\&quot;,\&quot;fontSize\&quot;:24.666666666666664,\&quot;color\&quot;:\&quot;black\&quot;}}],\&quot;text\&quot;:\&quot;Train Random Forest models using cross-validation to predict gut microbiome features(Y) from lifestyle variables(X).\&quot;,\&quot;baseStyle\&quot;:{\&quot;fontFamily\&quot;:\&quot;Roboto\&quot;,\&quot;fontSize\&quot;:24.666666666666664,\&quot;color\&quot;:\&quot;black\&quot;,\&quot;fontWeight\&quot;:\&quot;normal\&quot;,\&quot;fontStyle\&quot;:\&quot;normal\&quot;,\&quot;decoration\&quot;:\&quot;none\&quot;,\&quot;script\&quot;:\&quot;none\&quot;}}]},\&quot;format\&quot;:\&quot;BETTER_TEXT\&quot;,\&quot;size\&quot;:{\&quot;x\&quot;:531.6323502822726,\&quot;y\&quot;:116},\&quot;targetSize\&quot;:{\&quot;x\&quot;:531.6323502822726,\&quot;y\&quot;:116}},\&quot;parent\&quot;:{\&quot;type\&quot;:\&quot;CHILD\&quot;,\&quot;parentId\&quot;:\&quot;7330caab-dd57-488a-a91d-fa20d5d58066\&quot;,\&quot;order\&quot;:\&quot;8\&quot;}},\&quot;55a900e0-f7f2-4e59-95a6-005b84fe7f6c\&quot;:{\&quot;id\&quot;:\&quot;55a900e0-f7f2-4e59-95a6-005b84fe7f6c\&quot;,\&quot;type\&quot;:\&quot;FIGURE_OBJECT\&quot;,\&quot;relativeTransform\&quot;:{\&quot;translate\&quot;:{\&quot;x\&quot;:382.35615609768877,\&quot;y\&quot;:-104.5903570265493},\&quot;rotate\&quot;:0},\&quot;text\&quot;:{\&quot;textData\&quot;:{\&quot;verticalAlign\&quot;:\&quot;TOP\&quot;,\&quot;lineSpacing\&quot;:\&quot;normal\&quot;,\&quot;alignment\&quot;:\&quot;left\&quot;,\&quot;lines\&quot;:[{\&quot;runs\&quot;:[{\&quot;range\&quot;:[0,111],\&quot;style\&quot;:{\&quot;fontWeight\&quot;:\&quot;normal\&quot;,\&quot;fontStyle\&quot;:\&quot;normal\&quot;,\&quot;fontFamily\&quot;:\&quot;Roboto\&quot;,\&quot;fontSize\&quot;:24.666666666666664,\&quot;color\&quot;:\&quot;black\&quot;}}],\&quot;text\&quot;:\&quot;Recode and align UK Biobank variables to the AGP-compatible format so predictors are comparable across datasets.\&quot;}]},\&quot;format\&quot;:\&quot;BETTER_TEXT\&quot;,\&quot;size\&quot;:{\&quot;x\&quot;:467.2780008296699,\&quot;y\&quot;:94.75165414945825},\&quot;targetSize\&quot;:{\&quot;x\&quot;:467.2780008296699,\&quot;y\&quot;:94.75165414945825}},\&quot;parent\&quot;:{\&quot;type\&quot;:\&quot;CHILD\&quot;,\&quot;parentId\&quot;:\&quot;7330caab-dd57-488a-a91d-fa20d5d58066\&quot;,\&quot;order\&quot;:\&quot;9\&quot;}},\&quot;4454dbb9-7a03-4eb4-86e8-72b3ed77964f\&quot;:{\&quot;id\&quot;:\&quot;4454dbb9-7a03-4eb4-86e8-72b3ed77964f\&quot;,\&quot;type\&quot;:\&quot;FIGURE_OBJECT\&quot;,\&quot;relativeTransform\&quot;:{\&quot;translate\&quot;:{\&quot;x\&quot;:-182.16362574815548,\&quot;y\&quot;:-307.0004288300882},\&quot;rotate\&quot;:0},\&quot;text\&quot;:{\&quot;textData\&quot;:{\&quot;verticalAlign\&quot;:\&quot;TOP\&quot;,\&quot;lineSpacing\&quot;:\&quot;normal\&quot;,\&quot;alignment\&quot;:\&quot;left\&quot;,\&quot;lines\&quot;:[{\&quot;runs\&quot;:[{\&quot;style\&quot;:{\&quot;fontFamily\&quot;:\&quot;Roboto\&quot;,\&quot;fontSize\&quot;:24.666666666666664,\&quot;color\&quot;:\&quot;black\&quot;,\&quot;fontWeight\&quot;:\&quot;normal\&quot;,\&quot;fontStyle\&quot;:\&quot;normal\&quot;,\&quot;decoration\&quot;:\&quot;none\&quot;,\&quot;script\&quot;:\&quot;none\&quot;},\&quot;range\&quot;:[0,7]},{\&quot;range\&quot;:[8,41],\&quot;style\&quot;:{\&quot;fontWeight\&quot;:\&quot;bold\&quot;,\&quot;fontStyle\&quot;:\&quot;normal\&quot;,\&quot;fontFamily\&quot;:\&quot;Roboto\&quot;,\&quot;fontSize\&quot;:24.666666666666664,\&quot;color\&quot;:\&quot;black\&quot;,\&quot;decoration\&quot;:\&quot;none\&quot;}}],\&quot;text\&quot;:\&quot;Step 1: Build Microbiome Prediction Models\&quot;}],\&quot;_lastCaretLocation\&quot;:{\&quot;lineIndex\&quot;:0,\&quot;runIndex\&quot;:-1,\&quot;charIndex\&quot;:-1,\&quot;endOfLine\&quot;:true}},\&quot;format\&quot;:\&quot;BETTER_TEXT\&quot;,\&quot;size\&quot;:{\&quot;x\&quot;:488.15362324735327,\&quot;y\&quot;:58},\&quot;targetSize\&quot;:{\&quot;x\&quot;:488.15362324735327,\&quot;y\&quot;:58}},\&quot;parent\&quot;:{\&quot;type\&quot;:\&quot;CHILD\&quot;,\&quot;parentId\&quot;:\&quot;7330caab-dd57-488a-a91d-fa20d5d58066\&quot;,\&quot;order\&quot;:\&quot;95\&quot;}},\&quot;01b941db-f0d1-4599-a603-033a657eea1d\&quot;:{\&quot;id\&quot;:\&quot;01b941db-f0d1-4599-a603-033a657eea1d\&quot;,\&quot;type\&quot;:\&quot;FIGURE_OBJECT\&quot;,\&quot;relativeTransform\&quot;:{\&quot;translate\&quot;:{\&quot;x\&quot;:392.7156963089565,\&quot;y\&quot;:-310.46636003422475},\&quot;rotate\&quot;:0,\&quot;skewX\&quot;:0,\&quot;scale\&quot;:{\&quot;x\&quot;:1,\&quot;y\&quot;:1}},\&quot;text\&quot;:{\&quot;textData\&quot;:{\&quot;verticalAlign\&quot;:\&quot;TOP\&quot;,\&quot;lineSpacing\&quot;:\&quot;normal\&quot;,\&quot;alignment\&quot;:\&quot;left\&quot;,\&quot;lines\&quot;:[{\&quot;runs\&quot;:[{\&quot;style\&quot;:{\&quot;fontFamily\&quot;:\&quot;Roboto\&quot;,\&quot;fontSize\&quot;:24.666666666666664,\&quot;color\&quot;:\&quot;black\&quot;,\&quot;fontWeight\&quot;:\&quot;normal\&quot;,\&quot;fontStyle\&quot;:\&quot;normal\&quot;,\&quot;decoration\&quot;:\&quot;none\&quot;,\&quot;script\&quot;:\&quot;none\&quot;},\&quot;range\&quot;:[0,7]},{\&quot;range\&quot;:[8,27],\&quot;style\&quot;:{\&quot;fontWeight\&quot;:\&quot;bold\&quot;,\&quot;fontStyle\&quot;:\&quot;normal\&quot;,\&quot;fontFamily\&quot;:\&quot;Roboto\&quot;,\&quot;fontSize\&quot;:24.666666666666664,\&quot;color\&quot;:\&quot;black\&quot;,\&quot;decoration\&quot;:\&quot;none\&quot;}}],\&quot;text\&quot;:\&quot;Step 2: Harmonize Data Types\&quot;}],\&quot;_lastCaretLocation\&quot;:{\&quot;lineIndex\&quot;:0,\&quot;runIndex\&quot;:-1,\&quot;charIndex\&quot;:-1,\&quot;endOfLine\&quot;:true}},\&quot;format\&quot;:\&quot;BETTER_TEXT\&quot;,\&quot;size\&quot;:{\&quot;x\&quot;:345.2363952497449,\&quot;y\&quot;:51.06755829592072},\&quot;targetSize\&quot;:{\&quot;x\&quot;:345.2363952497449,\&quot;y\&quot;:51.06755829592072}},\&quot;parent\&quot;:{\&quot;type\&quot;:\&quot;CHILD\&quot;,\&quot;parentId\&quot;:\&quot;7330caab-dd57-488a-a91d-fa20d5d58066\&quot;,\&quot;order\&quot;:\&quot;97\&quot;}},\&quot;f5aac87a-2e47-46fe-b861-4134a62c756c\&quot;:{\&quot;id\&quot;:\&quot;f5aac87a-2e47-46fe-b861-4134a62c756c\&quot;,\&quot;name\&quot;:\&quot;Data enrichment (symbol) 1\&quot;,\&quot;displayName\&quot;:\&quot;\&quot;,\&quot;type\&quot;:\&quot;FIGURE_OBJECT\&quot;,\&quot;relativeTransform\&quot;:{\&quot;translate\&quot;:{\&quot;x\&quot;:393.77391550738986,\&quot;y\&quot;:-227.19300425023954},\&quot;rotate\&quot;:0,\&quot;skewX\&quot;:0,\&quot;scale\&quot;:{\&quot;x\&quot;:1.4790469844328558,\&quot;y\&quot;:1.479046984432856}},\&quot;image\&quot;:{\&quot;url\&quot;:\&quot;https://icons.cdn.biorender.com/biorender/68c852efedb6a12de4012ed9/20250915175505/image/68c852efedb6a12de4012ed9.png\&quot;,\&quot;isPremium\&quot;:false,\&quot;isOrgIcon\&quot;:false,\&quot;size\&quot;:{\&quot;x\&quot;:100,\&quot;y\&quot;:100}},\&quot;source\&quot;:{\&quot;id\&quot;:\&quot;68c852efedb6a12de4012ed9\&quot;,\&quot;version\&quot;:\&quot;20250915175505\&quot;,\&quot;type\&quot;:\&quot;ASSETS\&quot;},\&quot;isPremium\&quot;:false,\&quot;parent\&quot;:{\&quot;type\&quot;:\&quot;CHILD\&quot;,\&quot;parentId\&quot;:\&quot;7330caab-dd57-488a-a91d-fa20d5d58066\&quot;,\&quot;order\&quot;:\&quot;98\&quot;}},\&quot;9ccdf5aa-dc0d-4e71-8c2d-9db6dc6f39b2\&quot;:{\&quot;id\&quot;:\&quot;9ccdf5aa-dc0d-4e71-8c2d-9db6dc6f39b2\&quot;,\&quot;type\&quot;:\&quot;FIGURE_OBJECT\&quot;,\&quot;relativeTransform\&quot;:{\&quot;translate\&quot;:{\&quot;x\&quot;:-200.13699970442116,\&quot;y\&quot;:-30.833791324695085},\&quot;rotate\&quot;:0,\&quot;skewX\&quot;:0,\&quot;scale\&quot;:{\&quot;x\&quot;:1,\&quot;y\&quot;:1}},\&quot;text\&quot;:{\&quot;textData\&quot;:{\&quot;verticalAlign\&quot;:\&quot;TOP\&quot;,\&quot;lineSpacing\&quot;:\&quot;normal\&quot;,\&quot;alignment\&quot;:\&quot;left\&quot;,\&quot;lines\&quot;:[{\&quot;runs\&quot;:[{\&quot;style\&quot;:{\&quot;fontFamily\&quot;:\&quot;Roboto\&quot;,\&quot;fontSize\&quot;:24.666666666666664,\&quot;color\&quot;:\&quot;black\&quot;,\&quot;fontWeight\&quot;:\&quot;bold\&quot;,\&quot;fontStyle\&quot;:\&quot;normal\&quot;,\&quot;decoration\&quot;:\&quot;none\&quot;,\&quot;script\&quot;:\&quot;none\&quot;},\&quot;range\&quot;:[0,27]}],\&quot;text\&quot;:\&quot;Step 3: Project Gut Features\&quot;,\&quot;baseStyle\&quot;:{\&quot;fontFamily\&quot;:\&quot;Roboto\&quot;,\&quot;fontSize\&quot;:24.666666666666664,\&quot;color\&quot;:\&quot;black\&quot;,\&quot;fontWeight\&quot;:\&quot;bold\&quot;,\&quot;fontStyle\&quot;:\&quot;normal\&quot;,\&quot;decoration\&quot;:\&quot;none\&quot;,\&quot;script\&quot;:\&quot;none\&quot;}}],\&quot;_lastCaretLocation\&quot;:{\&quot;lineIndex\&quot;:0,\&quot;runIndex\&quot;:0,\&quot;charIndex\&quot;:0}},\&quot;format\&quot;:\&quot;BETTER_TEXT\&quot;,\&quot;size\&quot;:{\&quot;x\&quot;:329.80255522735285,\&quot;y\&quot;:44.14286165978329},\&quot;targetSize\&quot;:{\&quot;x\&quot;:329.80255522735285,\&quot;y\&quot;:44.14286165978329}},\&quot;parent\&quot;:{\&quot;type\&quot;:\&quot;CHILD\&quot;,\&quot;parentId\&quot;:\&quot;7330caab-dd57-488a-a91d-fa20d5d58066\&quot;,\&quot;order\&quot;:\&quot;99\&quot;}},\&quot;3617edc4-877e-47da-9e56-f3afcfbf0e2d\&quot;:{\&quot;id\&quot;:\&quot;3617edc4-877e-47da-9e56-f3afcfbf0e2d\&quot;,\&quot;type\&quot;:\&quot;FIGURE_OBJECT\&quot;,\&quot;relativeTransform\&quot;:{\&quot;translate\&quot;:{\&quot;x\&quot;:-161.28974534734502,\&quot;y\&quot;:232.25329822249842},\&quot;rotate\&quot;:0,\&quot;skewX\&quot;:0,\&quot;scale\&quot;:{\&quot;x\&quot;:1,\&quot;y\&quot;:1}},\&quot;text\&quot;:{\&quot;textData\&quot;:{\&quot;verticalAlign\&quot;:\&quot;TOP\&quot;,\&quot;lineSpacing\&quot;:\&quot;normal\&quot;,\&quot;alignment\&quot;:\&quot;left\&quot;,\&quot;lines\&quot;:[{\&quot;runs\&quot;:[{\&quot;style\&quot;:{\&quot;fontFamily\&quot;:\&quot;Roboto\&quot;,\&quot;fontSize\&quot;:24.666666666666664,\&quot;color\&quot;:\&quot;black\&quot;,\&quot;fontWeight\&quot;:\&quot;normal\&quot;,\&quot;fontStyle\&quot;:\&quot;normal\&quot;,\&quot;decoration\&quot;:\&quot;none\&quot;,\&quot;script\&quot;:\&quot;none\&quot;},\&quot;range\&quot;:[0,93]}],\&quot;text\&quot;:\&quot;Apply the trained models to harmonized UKB data to generate projected gut microbiome features.\&quot;}],\&quot;_lastCaretLocation\&quot;:{\&quot;lineIndex\&quot;:0,\&quot;runIndex\&quot;:-1,\&quot;charIndex\&quot;:-1,\&quot;endOfLine\&quot;:true}},\&quot;format\&quot;:\&quot;BETTER_TEXT\&quot;,\&quot;size\&quot;:{\&quot;x\&quot;:503.90576317301463,\&quot;y\&quot;:90.54177519714786},\&quot;targetSize\&quot;:{\&quot;x\&quot;:503.90576317301463,\&quot;y\&quot;:90.54177519714786}},\&quot;parent\&quot;:{\&quot;type\&quot;:\&quot;CHILD\&quot;,\&quot;parentId\&quot;:\&quot;7330caab-dd57-488a-a91d-fa20d5d58066\&quot;,\&quot;order\&quot;:\&quot;995\&quot;}},\&quot;5cefc195-1852-4510-9666-9a57d8bd1fa9\&quot;:{\&quot;id\&quot;:\&quot;5cefc195-1852-4510-9666-9a57d8bd1fa9\&quot;,\&quot;type\&quot;:\&quot;FIGURE_OBJECT\&quot;,\&quot;relativeTransform\&quot;:{\&quot;translate\&quot;:{\&quot;x\&quot;:387.4546266023957,\&quot;y\&quot;:-32.9888876380507},\&quot;rotate\&quot;:0},\&quot;text\&quot;:{\&quot;textData\&quot;:{\&quot;verticalAlign\&quot;:\&quot;TOP\&quot;,\&quot;lineSpacing\&quot;:\&quot;normal\&quot;,\&quot;alignment\&quot;:\&quot;left\&quot;,\&quot;lines\&quot;:[{\&quot;runs\&quot;:[{\&quot;style\&quot;:{\&quot;fontFamily\&quot;:\&quot;Roboto\&quot;,\&quot;fontSize\&quot;:24.666666666666664,\&quot;color\&quot;:\&quot;black\&quot;,\&quot;fontWeight\&quot;:\&quot;bold\&quot;,\&quot;fontStyle\&quot;:\&quot;normal\&quot;,\&quot;decoration\&quot;:\&quot;none\&quot;,\&quot;script\&quot;:\&quot;none\&quot;},\&quot;range\&quot;:[0,16]}],\&quot;text\&quot;:\&quot;Step 4: Discovery\&quot;}],\&quot;_lastCaretLocation\&quot;:{\&quot;lineIndex\&quot;:0,\&quot;runIndex\&quot;:-1,\&quot;charIndex\&quot;:-1,\&quot;endOfLine\&quot;:true}},\&quot;format\&quot;:\&quot;BETTER_TEXT\&quot;,\&quot;size\&quot;:{\&quot;x\&quot;:242.55571718023663,\&quot;y\&quot;:48.45285301351974},\&quot;targetSize\&quot;:{\&quot;x\&quot;:242.55571718023663,\&quot;y\&quot;:48.45285301351974}},\&quot;parent\&quot;:{\&quot;type\&quot;:\&quot;CHILD\&quot;,\&quot;parentId\&quot;:\&quot;7330caab-dd57-488a-a91d-fa20d5d58066\&quot;,\&quot;order\&quot;:\&quot;997\&quot;}},\&quot;3b7ec5d6-fbc8-4420-a6e3-c83cc60b9d60\&quot;:{\&quot;id\&quot;:\&quot;3b7ec5d6-fbc8-4420-a6e3-c83cc60b9d60\&quot;,\&quot;type\&quot;:\&quot;FIGURE_OBJECT\&quot;,\&quot;relativeTransform\&quot;:{\&quot;translate\&quot;:{\&quot;x\&quot;:381.38639550537187,\&quot;y\&quot;:236.02137315555638},\&quot;rotate\&quot;:0,\&quot;skewX\&quot;:0,\&quot;scale\&quot;:{\&quot;x\&quot;:1,\&quot;y\&quot;:1}},\&quot;text\&quot;:{\&quot;textData\&quot;:{\&quot;verticalAlign\&quot;:\&quot;TOP\&quot;,\&quot;lineSpacing\&quot;:\&quot;normal\&quot;,\&quot;alignment\&quot;:\&quot;left\&quot;,\&quot;lines\&quot;:[{\&quot;runs\&quot;:[{\&quot;range\&quot;:[0,89],\&quot;style\&quot;:{\&quot;fontWeight\&quot;:\&quot;normal\&quot;,\&quot;fontStyle\&quot;:\&quot;normal\&quot;,\&quot;fontFamily\&quot;:\&quot;Roboto\&quot;,\&quot;fontSize\&quot;:24.666666666666664,\&quot;color\&quot;:\&quot;black\&quot;}}],\&quot;text\&quot;:\&quot;Evaluate associations between projected gut features and IBS, IBD, and fluid intelligence.\&quot;}],\&quot;_lastCaretLocation\&quot;:{\&quot;lineIndex\&quot;:7,\&quot;runIndex\&quot;:-1,\&quot;charIndex\&quot;:-1,\&quot;endOfLine\&quot;:true}},\&quot;format\&quot;:\&quot;BETTER_TEXT\&quot;,\&quot;size\&quot;:{\&quot;x\&quot;:442.0304134349985,\&quot;y\&quot;:94.56574061209363},\&quot;targetSize\&quot;:{\&quot;x\&quot;:442.0304134349985,\&quot;y\&quot;:94.56574061209363}},\&quot;parent\&quot;:{\&quot;type\&quot;:\&quot;CHILD\&quot;,\&quot;parentId\&quot;:\&quot;7330caab-dd57-488a-a91d-fa20d5d58066\&quot;,\&quot;order\&quot;:\&quot;998\&quot;}},\&quot;9d3e5a85-e59f-4214-beaf-a8bdc802899e\&quot;:{\&quot;relativeTransform\&quot;:{\&quot;translate\&quot;:{\&quot;x\&quot;:-200.1372630546422,\&quot;y\&quot;:100.78847699028123},\&quot;rotate\&quot;:0,\&quot;skewX\&quot;:0,\&quot;scale\&quot;:{\&quot;x\&quot;:1,\&quot;y\&quot;:1}},\&quot;type\&quot;:\&quot;FIGURE_OBJECT\&quot;,\&quot;id\&quot;:\&quot;9d3e5a85-e59f-4214-beaf-a8bdc802899e\&quot;,\&quot;parent\&quot;:{\&quot;type\&quot;:\&quot;CHILD\&quot;,\&quot;parentId\&quot;:\&quot;7330caab-dd57-488a-a91d-fa20d5d58066\&quot;,\&quot;order\&quot;:\&quot;999\&quot;},\&quot;name\&quot;:\&quot;Spatial transcriptomics (sequencing, data analysis)\&quot;,\&quot;displayName\&quot;:\&quot;Spatial transcriptomics (sequencing, data analysis)\&quot;,\&quot;source\&quot;:{\&quot;id\&quot;:\&quot;66fd53c5fe9a9c8e0bcdb71a\&quot;,\&quot;type\&quot;:\&quot;ASSETS\&quot;},\&quot;isPremium\&quot;:false},\&quot;d9246ef7-21bb-4d58-9b7c-2892bf5372e8\&quot;:{\&quot;type\&quot;:\&quot;FIGURE_OBJECT\&quot;,\&quot;id\&quot;:\&quot;d9246ef7-21bb-4d58-9b7c-2892bf5372e8\&quot;,\&quot;name\&quot;:\&quot;Computer screen\&quot;,\&quot;relativeTransform\&quot;:{\&quot;translate\&quot;:{\&quot;x\&quot;:0.0003006429918074422,\&quot;y\&quot;:-0.00029993832138277323},\&quot;rotate\&quot;:0,\&quot;skewX\&quot;:0,\&quot;scale\&quot;:{\&quot;x\&quot;:0.6630256060667856,\&quot;y\&quot;:0.6630256060667856}},\&quot;opacity\&quot;:1,\&quot;image\&quot;:{\&quot;url\&quot;:\&quot;https://icons.biorender.com/biorender/5f11a6741354a600277fd5b2/computer-screen.png\&quot;,\&quot;fallbackUrl\&quot;:\&quot;https://res.cloudinary.com/dlcjuc3ej/image/upload/v1594992242/pqutzzxblcxfhqdbwwgr.svg#/keystone/api/icons/5f11a6741354a600277fd5b2/computer-screen.svg\&quot;,\&quot;size\&quot;:{\&quot;x\&quot;:320,\&quot;y\&quot;:260},\&quot;isPremium\&quot;:false},\&quot;source\&quot;:{\&quot;id\&quot;:\&quot;5b3ccd292b2a330014798001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9d3e5a85-e59f-4214-beaf-a8bdc802899e\&quot;,\&quot;order\&quot;:\&quot;1\&quot;}},\&quot;ff469683-f5f0-48bd-8b3e-61bd5548fe92\&quot;:{\&quot;type\&quot;:\&quot;FIGURE_OBJECT\&quot;,\&quot;id\&quot;:\&quot;ff469683-f5f0-48bd-8b3e-61bd5548fe92\&quot;,\&quot;name\&quot;:\&quot;Single-cell RNA Sequencing Cluster Graph\&quot;,\&quot;relativeTransform\&quot;:{\&quot;translate\&quot;:{\&quot;x\&quot;:-41.484238157013515,\&quot;y\&quot;:1.6240710819697688},\&quot;rotate\&quot;:0},\&quot;opacity\&quot;:1,\&quot;source\&quot;:{\&quot;id\&quot;:\&quot;5f3b409eb250d400a9e2c3a8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9d3e5a85-e59f-4214-beaf-a8bdc802899e\&quot;,\&quot;order\&quot;:\&quot;2\&quot;}},\&quot;43cca002-c998-45ca-ae39-a0b6fc863784\&quot;:{\&quot;type\&quot;:\&quot;FIGURE_OBJECT\&quot;,\&quot;id\&quot;:\&quot;43cca002-c998-45ca-ae39-a0b6fc863784\&quot;,\&quot;relativeTransform\&quot;:{\&quot;translate\&quot;:{\&quot;x\&quot;:-1.0631527752415166,\&quot;y\&quot;:-21.600374736934725},\&quot;rotate\&quot;:0},\&quot;opacity\&quot;:1,\&quot;path\&quot;:{\&quot;type\&quot;:\&quot;POLY_LINE\&quot;,\&quot;points\&quot;:[{\&quot;x\&quot;:-40.771315606463816,\&quot;y\&quot;:-41.00208315434329},{\&quot;x\&quot;:-40.771315606463816,\&quot;y\&quot;:41.00208315434329},{\&quot;x\&quot;:40.771315606463816,\&quot;y\&quot;:41.00208315434329}],\&quot;closed\&quot;:false},\&quot;pathStyles\&quot;:[{\&quot;type\&quot;:\&quot;FILL\&quot;,\&quot;fillStyle\&quot;:\&quot;transparent\&quot;},{\&quot;type\&quot;:\&quot;STROKE\&quot;,\&quot;strokeStyle\&quot;:\&quot;#232323\&quot;,\&quot;lineWidth\&quot;:1.206300153654599,\&quot;lineJoin\&quot;:\&quot;round\&quot;}],\&quot;isLocked\&quot;:false,\&quot;parent\&quot;:{\&quot;type\&quot;:\&quot;CHILD\&quot;,\&quot;parentId\&quot;:\&quot;ff469683-f5f0-48bd-8b3e-61bd5548fe92\&quot;,\&quot;order\&quot;:\&quot;01\&quot;}},\&quot;b8cf84a9-0dfd-46a4-b81b-ddac3e90050f\&quot;:{\&quot;type\&quot;:\&quot;FIGURE_OBJECT\&quot;,\&quot;id\&quot;:\&quot;b8cf84a9-0dfd-46a4-b81b-ddac3e90050f\&quot;,\&quot;relativeTransform\&quot;:{\&quot;translate\&quot;:{\&quot;x\&quot;:44.47725256504406,\&quot;y\&quot;:-53.358505963061695},\&quot;rotate\&quot;:-2.4492935982947064e-16},\&quot;opacity\&quot;:1,\&quot;path\&quot;:{\&quot;type\&quot;:\&quot;ELLIPSE\&quot;,\&quot;size\&quot;:{\&quot;x\&quot;:-3.4022009709443,\&quot;y\&quot;:3.26872337195793}},\&quot;pathStyles\&quot;:[{\&quot;type\&quot;:\&quot;FILL\&quot;,\&quot;fillStyle\&quot;:\&quot;rgba(185,219,244,1)\&quot;},{\&quot;type\&quot;:\&quot;STROKE\&quot;,\&quot;strokeStyle\&quot;:\&quot;#95AAD3\&quot;,\&quot;lineWidth\&quot;:0,\&quot;lineJoin\&quot;:\&quot;round\&quot;}],\&quot;isLocked\&quot;:false,\&quot;parent\&quot;:{\&quot;type\&quot;:\&quot;CHILD\&quot;,\&quot;parentId\&quot;:\&quot;ff469683-f5f0-48bd-8b3e-61bd5548fe92\&quot;,\&quot;order\&quot;:\&quot;02\&quot;}},\&quot;f444724d-c36b-4882-81f8-a3625bbc389a\&quot;:{\&quot;type\&quot;:\&quot;FIGURE_OBJECT\&quot;,\&quot;id\&quot;:\&quot;f444724d-c36b-4882-81f8-a3625bbc389a\&quot;,\&quot;relativeTransform\&quot;:{\&quot;translate\&quot;:{\&quot;x\&quot;:44.477195551002865,\&quot;y\&quot;:-47.09347531274823},\&quot;rotate\&quot;:-2.4492935982947064e-16},\&quot;opacity\&quot;:1,\&quot;path\&quot;:{\&quot;type\&quot;:\&quot;ELLIPSE\&quot;,\&quot;size\&quot;:{\&quot;x\&quot;:-3.4022009709443,\&quot;y\&quot;:3.26872337195793}},\&quot;pathStyles\&quot;:[{\&quot;type\&quot;:\&quot;FILL\&quot;,\&quot;fillStyle\&quot;:\&quot;rgba(6,148,142,1)\&quot;},{\&quot;type\&quot;:\&quot;STROKE\&quot;,\&quot;strokeStyle\&quot;:\&quot;#95AAD3\&quot;,\&quot;lineWidth\&quot;:0,\&quot;lineJoin\&quot;:\&quot;round\&quot;}],\&quot;isLocked\&quot;:false,\&quot;parent\&quot;:{\&quot;type\&quot;:\&quot;CHILD\&quot;,\&quot;parentId\&quot;:\&quot;ff469683-f5f0-48bd-8b3e-61bd5548fe92\&quot;,\&quot;order\&quot;:\&quot;05\&quot;}},\&quot;6e9296bb-191f-4736-ba68-b9a2b414736d\&quot;:{\&quot;type\&quot;:\&quot;FIGURE_OBJECT\&quot;,\&quot;id\&quot;:\&quot;6e9296bb-191f-4736-ba68-b9a2b414736d\&quot;,\&quot;relativeTransform\&quot;:{\&quot;translate\&quot;:{\&quot;x\&quot;:44.477195551002865,\&quot;y\&quot;:-40.682799297436645},\&quot;rotate\&quot;:-2.4492935982947064e-16},\&quot;opacity\&quot;:1,\&quot;path\&quot;:{\&quot;type\&quot;:\&quot;ELLIPSE\&quot;,\&quot;size\&quot;:{\&quot;x\&quot;:-3.4022009709443,\&quot;y\&quot;:3.26872337195793}},\&quot;pathStyles\&quot;:[{\&quot;type\&quot;:\&quot;FILL\&quot;,\&quot;fillStyle\&quot;:\&quot;rgba(233,198,29,1)\&quot;},{\&quot;type\&quot;:\&quot;STROKE\&quot;,\&quot;strokeStyle\&quot;:\&quot;#95AAD3\&quot;,\&quot;lineWidth\&quot;:0,\&quot;lineJoin\&quot;:\&quot;round\&quot;}],\&quot;isLocked\&quot;:false,\&quot;parent\&quot;:{\&quot;type\&quot;:\&quot;CHILD\&quot;,\&quot;parentId\&quot;:\&quot;ff469683-f5f0-48bd-8b3e-61bd5548fe92\&quot;,\&quot;order\&quot;:\&quot;06\&quot;}},\&quot;c2f5b477-dbcb-469a-8b37-e81e81536920\&quot;:{\&quot;type\&quot;:\&quot;FIGURE_OBJECT\&quot;,\&quot;id\&quot;:\&quot;c2f5b477-dbcb-469a-8b37-e81e81536920\&quot;,\&quot;relativeTransform\&quot;:{\&quot;translate\&quot;:{\&quot;x\&quot;:44.477195551002865,\&quot;y\&quot;:-34.27212328212403},\&quot;rotate\&quot;:-2.4492935982947064e-16},\&quot;opacity\&quot;:1,\&quot;path\&quot;:{\&quot;type\&quot;:\&quot;ELLIPSE\&quot;,\&quot;size\&quot;:{\&quot;x\&quot;:-3.4022009709443,\&quot;y\&quot;:3.26872337195793}},\&quot;pathStyles\&quot;:[{\&quot;type\&quot;:\&quot;FILL\&quot;,\&quot;fillStyle\&quot;:\&quot;rgba(58,104,174,1)\&quot;},{\&quot;type\&quot;:\&quot;STROKE\&quot;,\&quot;strokeStyle\&quot;:\&quot;#95AAD3\&quot;,\&quot;lineWidth\&quot;:0,\&quot;lineJoin\&quot;:\&quot;round\&quot;}],\&quot;isLocked\&quot;:false,\&quot;parent\&quot;:{\&quot;type\&quot;:\&quot;CHILD\&quot;,\&quot;parentId\&quot;:\&quot;ff469683-f5f0-48bd-8b3e-61bd5548fe92\&quot;,\&quot;order\&quot;:\&quot;07\&quot;}},\&quot;194822a7-c937-4af5-a09b-2196c132f109\&quot;:{\&quot;type\&quot;:\&quot;FIGURE_OBJECT\&quot;,\&quot;id\&quot;:\&quot;194822a7-c937-4af5-a09b-2196c132f109\&quot;,\&quot;relativeTransform\&quot;:{\&quot;translate\&quot;:{\&quot;x\&quot;:44.477195551002865,\&quot;y\&quot;:-27.861447266812185},\&quot;rotate\&quot;:-2.4492935982947064e-16},\&quot;opacity\&quot;:1,\&quot;path\&quot;:{\&quot;type\&quot;:\&quot;ELLIPSE\&quot;,\&quot;size\&quot;:{\&quot;x\&quot;:-3.4022009709443,\&quot;y\&quot;:3.26872337195793}},\&quot;pathStyles\&quot;:[{\&quot;type\&quot;:\&quot;FILL\&quot;,\&quot;fillStyle\&quot;:\&quot;rgba(130,92,166,1)\&quot;},{\&quot;type\&quot;:\&quot;STROKE\&quot;,\&quot;strokeStyle\&quot;:\&quot;#95AAD3\&quot;,\&quot;lineWidth\&quot;:0,\&quot;lineJoin\&quot;:\&quot;round\&quot;}],\&quot;isLocked\&quot;:false,\&quot;parent\&quot;:{\&quot;type\&quot;:\&quot;CHILD\&quot;,\&quot;parentId\&quot;:\&quot;ff469683-f5f0-48bd-8b3e-61bd5548fe92\&quot;,\&quot;order\&quot;:\&quot;1\&quot;}},\&quot;02c44efb-8c85-427f-852f-7f46d88b9225\&quot;:{\&quot;type\&quot;:\&quot;FIGURE_OBJECT\&quot;,\&quot;id\&quot;:\&quot;02c44efb-8c85-427f-852f-7f46d88b9225\&quot;,\&quot;relativeTransform\&quot;:{\&quot;translate\&quot;:{\&quot;x\&quot;:44.477195551002865,\&quot;y\&quot;:-21.45077125150087},\&quot;rotate\&quot;:-2.4492935982947064e-16},\&quot;opacity\&quot;:1,\&quot;path\&quot;:{\&quot;type\&quot;:\&quot;ELLIPSE\&quot;,\&quot;size\&quot;:{\&quot;x\&quot;:-3.4022009709443,\&quot;y\&quot;:3.26872337195793}},\&quot;pathStyles\&quot;:[{\&quot;type\&quot;:\&quot;FILL\&quot;,\&quot;fillStyle\&quot;:\&quot;rgba(146,90,68,1)\&quot;},{\&quot;type\&quot;:\&quot;STROKE\&quot;,\&quot;strokeStyle\&quot;:\&quot;#95AAD3\&quot;,\&quot;lineWidth\&quot;:0,\&quot;lineJoin\&quot;:\&quot;round\&quot;}],\&quot;isLocked\&quot;:false,\&quot;parent\&quot;:{\&quot;type\&quot;:\&quot;CHILD\&quot;,\&quot;parentId\&quot;:\&quot;ff469683-f5f0-48bd-8b3e-61bd5548fe92\&quot;,\&quot;order\&quot;:\&quot;11\&quot;}},\&quot;f567a5dc-fda2-4a8c-845f-a58f9555d4b9\&quot;:{\&quot;type\&quot;:\&quot;FIGURE_OBJECT\&quot;,\&quot;id\&quot;:\&quot;f567a5dc-fda2-4a8c-845f-a58f9555d4b9\&quot;,\&quot;relativeTransform\&quot;:{\&quot;translate\&quot;:{\&quot;x\&quot;:44.477195551002865,\&quot;y\&quot;:-15.040095236188776},\&quot;rotate\&quot;:-2.4492935982947064e-16},\&quot;opacity\&quot;:1,\&quot;path\&quot;:{\&quot;type\&quot;:\&quot;ELLIPSE\&quot;,\&quot;size\&quot;:{\&quot;x\&quot;:-3.4022009709443,\&quot;y\&quot;:3.26872337195793}},\&quot;pathStyles\&quot;:[{\&quot;type\&quot;:\&quot;FILL\&quot;,\&quot;fillStyle\&quot;:\&quot;rgba(192,56,48,1)\&quot;},{\&quot;type\&quot;:\&quot;STROKE\&quot;,\&quot;strokeStyle\&quot;:\&quot;#95AAD3\&quot;,\&quot;lineWidth\&quot;:0,\&quot;lineJoin\&quot;:\&quot;round\&quot;}],\&quot;isLocked\&quot;:false,\&quot;parent\&quot;:{\&quot;type\&quot;:\&quot;CHILD\&quot;,\&quot;parentId\&quot;:\&quot;ff469683-f5f0-48bd-8b3e-61bd5548fe92\&quot;,\&quot;order\&quot;:\&quot;12\&quot;}},\&quot;fa9d67fd-4e0b-4d30-9569-fec6245d0479\&quot;:{\&quot;type\&quot;:\&quot;FIGURE_OBJECT\&quot;,\&quot;id\&quot;:\&quot;fa9d67fd-4e0b-4d30-9569-fec6245d0479\&quot;,\&quot;relativeTransform\&quot;:{\&quot;translate\&quot;:{\&quot;x\&quot;:44.477195551002865,\&quot;y\&quot;:-8.775064585875047},\&quot;rotate\&quot;:-2.4492935982947064e-16},\&quot;opacity\&quot;:1,\&quot;path\&quot;:{\&quot;type\&quot;:\&quot;ELLIPSE\&quot;,\&quot;size\&quot;:{\&quot;x\&quot;:-3.4022009709443,\&quot;y\&quot;:3.26872337195793}},\&quot;pathStyles\&quot;:[{\&quot;type\&quot;:\&quot;FILL\&quot;,\&quot;fillStyle\&quot;:\&quot;rgba(196,62,150,1)\&quot;},{\&quot;type\&quot;:\&quot;STROKE\&quot;,\&quot;strokeStyle\&quot;:\&quot;#95AAD3\&quot;,\&quot;lineWidth\&quot;:0,\&quot;lineJoin\&quot;:\&quot;round\&quot;}],\&quot;isLocked\&quot;:false,\&quot;parent\&quot;:{\&quot;type\&quot;:\&quot;CHILD\&quot;,\&quot;parentId\&quot;:\&quot;ff469683-f5f0-48bd-8b3e-61bd5548fe92\&quot;,\&quot;order\&quot;:\&quot;15\&quot;}},\&quot;9f86606d-a657-4f1a-8f1f-3f4a98cb4c55\&quot;:{\&quot;type\&quot;:\&quot;FIGURE_OBJECT\&quot;,\&quot;id\&quot;:\&quot;9f86606d-a657-4f1a-8f1f-3f4a98cb4c55\&quot;,\&quot;name\&quot;:\&quot;Single-cell RNA Sequencing Cluster 8\&quot;,\&quot;relativeTransform\&quot;:{\&quot;translate\&quot;:{\&quot;x\&quot;:18.417088657446218,\&quot;y\&quot;:-5.4935713990489115},\&quot;rotate\&quot;:0,\&quot;skewX\&quot;:0,\&quot;scale\&quot;:{\&quot;x\&quot;:0.260425487083193,\&quot;y\&quot;:0.260425487083193}},\&quot;opacity\&quot;:1,\&quot;image\&quot;:{\&quot;url\&quot;:\&quot;https://icons.biorender.com/biorender/5f3b3db3a1dc2200286a3503/single-cell-rna-sequencing-cluster-8.png\&quot;,\&quot;fallbackUrl\&quot;:\&quot;https://res.cloudinary.com/dlcjuc3ej/image/upload/v1597717937/xmzxnyn3jah5okyistju.svg#/keystone/api/icons/5f3b3db3a1dc2200286a3503/single-cell-rna-sequencing-cluster-8.svg\&quot;,\&quot;size\&quot;:{\&quot;x\&quot;:151,\&quot;y\&quot;:103},\&quot;isPremium\&quot;:false},\&quot;source\&quot;:{\&quot;id\&quot;:\&quot;5f3b3d8ca1dc2200286a3501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ff469683-f5f0-48bd-8b3e-61bd5548fe92\&quot;,\&quot;order\&quot;:\&quot;72\&quot;}},\&quot;bb3acc73-bd6f-4c6b-af79-392c4599f4fc\&quot;:{\&quot;type\&quot;:\&quot;FIGURE_OBJECT\&quot;,\&quot;id\&quot;:\&quot;bb3acc73-bd6f-4c6b-af79-392c4599f4fc\&quot;,\&quot;name\&quot;:\&quot;Single-cell RNA Sequencing Cluster 7\&quot;,\&quot;relativeTransform\&quot;:{\&quot;translate\&quot;:{\&quot;x\&quot;:19.053971078872674,\&quot;y\&quot;:-27.07608703236337},\&quot;rotate\&quot;:0,\&quot;skewX\&quot;:0,\&quot;scale\&quot;:{\&quot;x\&quot;:0.26224202458701296,\&quot;y\&quot;:0.26224202458701257}},\&quot;opacity\&quot;:1,\&quot;image\&quot;:{\&quot;url\&quot;:\&quot;https://icons.biorender.com/biorender/5f3b3d5aa1dc2200286a34fb/single-cell-rna-sequencing-cluster-7.png\&quot;,\&quot;fallbackUrl\&quot;:\&quot;https://res.cloudinary.com/dlcjuc3ej/image/upload/v1597717848/i2b9ci7lkzjckvjnbeyo.svg#/keystone/api/icons/5f3b3d5aa1dc2200286a34fb/single-cell-rna-sequencing-cluster-7.svg\&quot;,\&quot;size\&quot;:{\&quot;x\&quot;:61,\&quot;y\&quot;:83},\&quot;isPremium\&quot;:false},\&quot;source\&quot;:{\&quot;id\&quot;:\&quot;5f3b3d40a1dc2200286a34f8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ff469683-f5f0-48bd-8b3e-61bd5548fe92\&quot;,\&quot;order\&quot;:\&quot;75\&quot;}},\&quot;121cbd9d-fd8e-4ad0-bc08-e4da67d4c511\&quot;:{\&quot;type\&quot;:\&quot;FIGURE_OBJECT\&quot;,\&quot;id\&quot;:\&quot;121cbd9d-fd8e-4ad0-bc08-e4da67d4c511\&quot;,\&quot;name\&quot;:\&quot;Single-cell RNA Sequencing Cluster 6\&quot;,\&quot;relativeTransform\&quot;:{\&quot;translate\&quot;:{\&quot;x\&quot;:26.088253335169757,\&quot;y\&quot;:-39.53590608389999},\&quot;rotate\&quot;:0,\&quot;skewX\&quot;:0,\&quot;scale\&quot;:{\&quot;x\&quot;:0.26353987827958003,\&quot;y\&quot;:0.26353987827958003}},\&quot;opacity\&quot;:1,\&quot;image\&quot;:{\&quot;url\&quot;:\&quot;https://icons.biorender.com/biorender/5f3b3d20a1dc2200286a34f3/single-cell-rna-sequencing-cluster-6.png\&quot;,\&quot;fallbackUrl\&quot;:\&quot;https://res.cloudinary.com/dlcjuc3ej/image/upload/v1597717790/al7vursbvm0xnnaejx40.svg#/keystone/api/icons/5f3b3d20a1dc2200286a34f3/single-cell-rna-sequencing-cluster-6.svg\&quot;,\&quot;size\&quot;:{\&quot;x\&quot;:91,\&quot;y\&quot;:101},\&quot;isPremium\&quot;:false},\&quot;source\&quot;:{\&quot;id\&quot;:\&quot;5f3b3cf6a1dc2200286a34ee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ff469683-f5f0-48bd-8b3e-61bd5548fe92\&quot;,\&quot;order\&quot;:\&quot;77\&quot;}},\&quot;c2a398cb-a74d-4a9a-a135-a3e60b638776\&quot;:{\&quot;type\&quot;:\&quot;FIGURE_OBJECT\&quot;,\&quot;id\&quot;:\&quot;c2a398cb-a74d-4a9a-a135-a3e60b638776\&quot;,\&quot;name\&quot;:\&quot;Single-cell RNA Sequencing Cluster 5\&quot;,\&quot;relativeTransform\&quot;:{\&quot;translate\&quot;:{\&quot;x\&quot;:-0.23067154152952304,\&quot;y\&quot;:-55.51563462843018},\&quot;rotate\&quot;:0,\&quot;skewX\&quot;:0,\&quot;scale\&quot;:{\&quot;x\&quot;:0.26246923968534847,\&quot;y\&quot;:0.26246923968534847}},\&quot;opacity\&quot;:1,\&quot;image\&quot;:{\&quot;url\&quot;:\&quot;https://icons.biorender.com/biorender/5f3b3077a1dc2200286a34ea/single-cell-rna-sequencing-cluster-5.png\&quot;,\&quot;fallbackUrl\&quot;:\&quot;https://res.cloudinary.com/dlcjuc3ej/image/upload/v1597714549/k2ay7j7meprsaa3jml6b.svg#/keystone/api/icons/5f3b3077a1dc2200286a34ea/single-cell-rna-sequencing-cluster-5.svg\&quot;,\&quot;size\&quot;:{\&quot;x\&quot;:86,\&quot;y\&quot;:55},\&quot;isPremium\&quot;:false},\&quot;source\&quot;:{\&quot;id\&quot;:\&quot;5f3b304ea1dc2200286a34e5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ff469683-f5f0-48bd-8b3e-61bd5548fe92\&quot;,\&quot;order\&quot;:\&quot;8\&quot;}},\&quot;3a5887ad-25bf-4f12-bb2f-54e5a8c196ca\&quot;:{\&quot;type\&quot;:\&quot;FIGURE_OBJECT\&quot;,\&quot;id\&quot;:\&quot;3a5887ad-25bf-4f12-bb2f-54e5a8c196ca\&quot;,\&quot;name\&quot;:\&quot;Single-cell RNA Sequencing Cluster 4\&quot;,\&quot;relativeTransform\&quot;:{\&quot;translate\&quot;:{\&quot;x\&quot;:-5.435998541507547,\&quot;y\&quot;:-24.469490501583135},\&quot;rotate\&quot;:0,\&quot;skewX\&quot;:0,\&quot;scale\&quot;:{\&quot;x\&quot;:0.27485919779172274,\&quot;y\&quot;:0.27485919779172274}},\&quot;opacity\&quot;:1,\&quot;image\&quot;:{\&quot;url\&quot;:\&quot;https://icons.biorender.com/biorender/5f3b303ca1dc2200286a34e2/single-cell-rna-sequencing-cluster-4.png\&quot;,\&quot;fallbackUrl\&quot;:\&quot;https://res.cloudinary.com/dlcjuc3ej/image/upload/v1597714490/ficebircyhvv3vpj7wxb.svg#/keystone/api/icons/5f3b303ca1dc2200286a34e2/single-cell-rna-sequencing-cluster-4.svg\&quot;,\&quot;size\&quot;:{\&quot;x\&quot;:120,\&quot;y\&quot;:184},\&quot;isPremium\&quot;:false},\&quot;source\&quot;:{\&quot;id\&quot;:\&quot;5f3b3019a1dc2200286a34dc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ff469683-f5f0-48bd-8b3e-61bd5548fe92\&quot;,\&quot;order\&quot;:\&quot;82\&quot;}},\&quot;cc716d08-8268-4485-8194-e85f94450625\&quot;:{\&quot;type\&quot;:\&quot;FIGURE_OBJECT\&quot;,\&quot;id\&quot;:\&quot;cc716d08-8268-4485-8194-e85f94450625\&quot;,\&quot;name\&quot;:\&quot;Single-cell RNA Sequencing Cluster 3\&quot;,\&quot;relativeTransform\&quot;:{\&quot;translate\&quot;:{\&quot;x\&quot;:-18.062207806549416,\&quot;y\&quot;:8.198843114367518},\&quot;rotate\&quot;:0,\&quot;skewX\&quot;:0,\&quot;scale\&quot;:{\&quot;x\&quot;:0.2633494240777158,\&quot;y\&quot;:0.26334942407771567}},\&quot;opacity\&quot;:1,\&quot;image\&quot;:{\&quot;url\&quot;:\&quot;https://icons.biorender.com/biorender/5f3b2fcea1dc2200286a34da/single-cell-rna-sequencing-cluster-3.png\&quot;,\&quot;fallbackUrl\&quot;:\&quot;https://res.cloudinary.com/dlcjuc3ej/image/upload/v1597714379/emh8cby2ri9vkorcxnh4.svg#/keystone/api/icons/5f3b2fcea1dc2200286a34da/single-cell-rna-sequencing-cluster-3.svg\&quot;,\&quot;size\&quot;:{\&quot;x\&quot;:75,\&quot;y\&quot;:71},\&quot;isPremium\&quot;:false},\&quot;source\&quot;:{\&quot;id\&quot;:\&quot;5f3b2fb8a1dc2200286a34d3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ff469683-f5f0-48bd-8b3e-61bd5548fe92\&quot;,\&quot;order\&quot;:\&quot;85\&quot;}},\&quot;1bf1d1d0-73bc-411f-9bcf-8bef2691202b\&quot;:{\&quot;type\&quot;:\&quot;FIGURE_OBJECT\&quot;,\&quot;id\&quot;:\&quot;1bf1d1d0-73bc-411f-9bcf-8bef2691202b\&quot;,\&quot;name\&quot;:\&quot;Single-cell RNA Sequencing Cluster 2\&quot;,\&quot;relativeTransform\&quot;:{\&quot;translate\&quot;:{\&quot;x\&quot;:-27.47001486424916,\&quot;y\&quot;:-21.60029983360457},\&quot;rotate\&quot;:0,\&quot;skewX\&quot;:0,\&quot;scale\&quot;:{\&quot;x\&quot;:0.26098567470712253,\&quot;y\&quot;:0.2609856747071226}},\&quot;opacity\&quot;:1,\&quot;image\&quot;:{\&quot;url\&quot;:\&quot;https://icons.biorender.com/biorender/5f3b2f4fa1dc2200286a34d2/single-cell-rna-sequencing-cluster-2.png\&quot;,\&quot;fallbackUrl\&quot;:\&quot;https://res.cloudinary.com/dlcjuc3ej/image/upload/v1597714252/ef2dydtgctjq7je3ejf4.svg#/keystone/api/icons/5f3b2f4fa1dc2200286a34d2/single-cell-rna-sequencing-cluster-2.svg\&quot;,\&quot;size\&quot;:{\&quot;x\&quot;:84,\&quot;y\&quot;:110},\&quot;isPremium\&quot;:false},\&quot;source\&quot;:{\&quot;id\&quot;:\&quot;5f3b2f2ea1dc2200286a34ca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ff469683-f5f0-48bd-8b3e-61bd5548fe92\&quot;,\&quot;order\&quot;:\&quot;9\&quot;}},\&quot;b55dc17d-4092-4c0b-be3c-5d7e2f113014\&quot;:{\&quot;type\&quot;:\&quot;FIGURE_OBJECT\&quot;,\&quot;id\&quot;:\&quot;b55dc17d-4092-4c0b-be3c-5d7e2f113014\&quot;,\&quot;name\&quot;:\&quot;Single-cell RNA Sequencing Cluster 1\&quot;,\&quot;relativeTransform\&quot;:{\&quot;translate\&quot;:{\&quot;x\&quot;:-29.24918314201201,\&quot;y\&quot;:-45.73553510964163},\&quot;rotate\&quot;:0,\&quot;skewX\&quot;:0,\&quot;scale\&quot;:{\&quot;x\&quot;:0.2633211106187601,\&quot;y\&quot;:0.2633211106187601}},\&quot;opacity\&quot;:1,\&quot;image\&quot;:{\&quot;url\&quot;:\&quot;https://icons.biorender.com/biorender/5f3b2e04a1dc2200286a34c1/20200818012948/image/single-cell-rna-sequencing-cluster-1.png\&quot;,\&quot;fallbackUrl\&quot;:\&quot;https://res.cloudinary.com/dlcjuc3ej/image/upload/v1597714188/pafx9tahu09vzdof1p0r.svg#/keystone/api/icons/5f3b2e04a1dc2200286a34c1/20200818012948/image/single-cell-rna-sequencing-cluster-1.svg\&quot;,\&quot;size\&quot;:{\&quot;x\&quot;:75,\&quot;y\&quot;:68},\&quot;isPremium\&quot;:false},\&quot;source\&quot;:{\&quot;id\&quot;:\&quot;5f3b2e04a1dc2200286a34c1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ff469683-f5f0-48bd-8b3e-61bd5548fe92\&quot;,\&quot;order\&quot;:\&quot;95\&quot;}},\&quot;d4045edf-0be7-4bb8-9635-c679082b5942\&quot;:{\&quot;type\&quot;:\&quot;FIGURE_OBJECT\&quot;,\&quot;id\&quot;:\&quot;d4045edf-0be7-4bb8-9635-c679082b5942\&quot;,\&quot;name\&quot;:\&quot;DNA sequencing graph\&quot;,\&quot;relativeTransform\&quot;:{\&quot;translate\&quot;:{\&quot;x\&quot;:53.356083613525655,\&quot;y\&quot;:20.543764742321823},\&quot;rotate\&quot;:0},\&quot;opacity\&quot;:1,\&quot;source\&quot;:{\&quot;id\&quot;:\&quot;5de905130065eb007d998f4f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9d3e5a85-e59f-4214-beaf-a8bdc802899e\&quot;,\&quot;order\&quot;:\&quot;5\&quot;}},\&quot;78a8e103-874f-4473-a570-c4d1f1156757\&quot;:{\&quot;type\&quot;:\&quot;FIGURE_OBJECT\&quot;,\&quot;id\&quot;:\&quot;78a8e103-874f-4473-a570-c4d1f1156757\&quot;,\&quot;relativeTransform\&quot;:{\&quot;translate\&quot;:{\&quot;x\&quot;:-0.710966810412535,\&quot;y\&quot;:-10.679209218858503},\&quot;rotate\&quot;:0},\&quot;opacity\&quot;:1,\&quot;source\&quot;:{\&quot;type\&quot;:\&quot;ASSETS\&quot;},\&quot;pathStyles\&quot;:[{\&quot;type\&quot;:\&quot;FILL\&quot;,\&quot;fillStyle\&quot;:\&quot;rgb(0,0,0)\&quot;}],\&quot;isLocked\&quot;:false,\&quot;parent\&quot;:{\&quot;type\&quot;:\&quot;CHILD\&quot;,\&quot;parentId\&quot;:\&quot;d4045edf-0be7-4bb8-9635-c679082b5942\&quot;,\&quot;order\&quot;:\&quot;1\&quot;}},\&quot;769f8a56-b3dc-4144-8b8c-7461a752a208\&quot;:{\&quot;type\&quot;:\&quot;FIGURE_OBJECT\&quot;,\&quot;id\&quot;:\&quot;769f8a56-b3dc-4144-8b8c-7461a752a208\&quot;,\&quot;relativeTransform\&quot;:{\&quot;translate\&quot;:{\&quot;x\&quot;:-27.096775966283666,\&quot;y\&quot;:2.0157948213173453},\&quot;rotate\&quot;:0},\&quot;opacity\&quot;:1,\&quot;path\&quot;:{\&quot;type\&quot;:\&quot;POLY_LINE\&quot;,\&quot;points\&quot;:[{\&quot;x\&quot;:-5.2483473348131335,\&quot;y\&quot;:10.021374897490388},{\&quot;x\&quot;:-2.1843882093415976,\&quot;y\&quot;:3.927312548486148},{\&quot;x\&quot;:0.3886603380159944,\&quot;y\&quot;:-10.021319050346715},{\&quot;x\&quot;:2.9617088853735862,\&quot;y\&quot;:3.7918889407303067},{\&quot;x\&quot;:5.2483473348131335,\&quot;y\&quot;:10.021374897490388}],\&quot;closed\&quot;:false},\&quot;pathStyles\&quot;:[{\&quot;type\&quot;:\&quot;FILL\&quot;,\&quot;fillStyle\&quot;:\&quot;transparent\&quot;},{\&quot;type\&quot;:\&quot;STROKE\&quot;,\&quot;strokeStyle\&quot;:\&quot;rgba(87,148,219,1)\&quot;,\&quot;lineWidth\&quot;:1.6084002048727988,\&quot;lineJoin\&quot;:\&quot;round\&quot;}],\&quot;pathSmoothing\&quot;:{\&quot;type\&quot;:\&quot;CATMULL_SMOOTHING\&quot;,\&quot;smoothing\&quot;:0.2},\&quot;isLocked\&quot;:false,\&quot;parent\&quot;:{\&quot;type\&quot;:\&quot;CHILD\&quot;,\&quot;parentId\&quot;:\&quot;78a8e103-874f-4473-a570-c4d1f1156757\&quot;,\&quot;order\&quot;:\&quot;05\&quot;}},\&quot;41dc59df-27b1-487f-bdaf-fa53b62eda26\&quot;:{\&quot;type\&quot;:\&quot;FIGURE_OBJECT\&quot;,\&quot;id\&quot;:\&quot;41dc59df-27b1-487f-bdaf-fa53b62eda26\&quot;,\&quot;relativeTransform\&quot;:{\&quot;translate\&quot;:{\&quot;x\&quot;:27.41755638313622,\&quot;y\&quot;:1.3008421039672107},\&quot;rotate\&quot;:0},\&quot;opacity\&quot;:1,\&quot;path\&quot;:{\&quot;type\&quot;:\&quot;POLY_LINE\&quot;,\&quot;points\&quot;:[{\&quot;x\&quot;:-4.927566917961096,\&quot;y\&quot;:10.262089528536771},{\&quot;x\&quot;:-2.050877807750534,\&quot;y\&quot;:4.021647068527336},{\&quot;x\&quot;:0.3649053124264625,\&quot;y\&quot;:-10.262032339937981},{\&quot;x\&quot;:2.7806884326031946,\&quot;y\&quot;:3.882970569415746},{\&quot;x\&quot;:4.927566917961096,\&quot;y\&quot;:10.262089528536771}],\&quot;closed\&quot;:false},\&quot;pathStyles\&quot;:[{\&quot;type\&quot;:\&quot;FILL\&quot;,\&quot;fillStyle\&quot;:\&quot;transparent\&quot;},{\&quot;type\&quot;:\&quot;STROKE\&quot;,\&quot;strokeStyle\&quot;:\&quot;rgba(87,148,219,1)\&quot;,\&quot;lineWidth\&quot;:1.6084002048727988,\&quot;lineJoin\&quot;:\&quot;round\&quot;}],\&quot;pathSmoothing\&quot;:{\&quot;type\&quot;:\&quot;CATMULL_SMOOTHING\&quot;,\&quot;smoothing\&quot;:0.2},\&quot;isLocked\&quot;:false,\&quot;parent\&quot;:{\&quot;type\&quot;:\&quot;CHILD\&quot;,\&quot;parentId\&quot;:\&quot;78a8e103-874f-4473-a570-c4d1f1156757\&quot;,\&quot;order\&quot;:\&quot;1\&quot;}},\&quot;f7ae1de5-b835-4b3f-9670-b03894ebd347\&quot;:{\&quot;type\&quot;:\&quot;FIGURE_OBJECT\&quot;,\&quot;id\&quot;:\&quot;f7ae1de5-b835-4b3f-9670-b03894ebd347\&quot;,\&quot;relativeTransform\&quot;:{\&quot;translate\&quot;:{\&quot;x\&quot;:-16.280497831081586,\&quot;y\&quot;:0.6616006291183875},\&quot;rotate\&quot;:0},\&quot;opacity\&quot;:1,\&quot;path\&quot;:{\&quot;type\&quot;:\&quot;POLY_LINE\&quot;,\&quot;points\&quot;:[{\&quot;x\&quot;:-5.248347334813266,\&quot;y\&quot;:11.322835253934885},{\&quot;x\&quot;:-2.184388209341466,\&quot;y\&quot;:4.43734651503308},{\&quot;x\&quot;:0.3886603380161263,\&quot;y\&quot;:-11.322772154009606},{\&quot;x\&quot;:2.961708885373719,\&quot;y\&quot;:4.28433565416872},{\&quot;x\&quot;:5.248347334813266,\&quot;y\&quot;:11.322835253934885}],\&quot;closed\&quot;:false},\&quot;pathStyles\&quot;:[{\&quot;type\&quot;:\&quot;FILL\&quot;,\&quot;fillStyle\&quot;:\&quot;transparent\&quot;},{\&quot;type\&quot;:\&quot;STROKE\&quot;,\&quot;strokeStyle\&quot;:\&quot;rgba(55,64,154,1)\&quot;,\&quot;lineWidth\&quot;:1.6084002048727988,\&quot;lineJoin\&quot;:\&quot;round\&quot;}],\&quot;pathSmoothing\&quot;:{\&quot;type\&quot;:\&quot;CATMULL_SMOOTHING\&quot;,\&quot;smoothing\&quot;:0.2},\&quot;isLocked\&quot;:false,\&quot;parent\&quot;:{\&quot;type\&quot;:\&quot;CHILD\&quot;,\&quot;parentId\&quot;:\&quot;78a8e103-874f-4473-a570-c4d1f1156757\&quot;,\&quot;order\&quot;:\&quot;2\&quot;}},\&quot;0a6c4917-c86b-404b-ab42-225865faddd9\&quot;:{\&quot;type\&quot;:\&quot;FIGURE_OBJECT\&quot;,\&quot;id\&quot;:\&quot;0a6c4917-c86b-404b-ab42-225865faddd9\&quot;,\&quot;relativeTransform\&quot;:{\&quot;translate\&quot;:{\&quot;x\&quot;:15.9290593083475,\&quot;y\&quot;:1.5626387756755338},\&quot;rotate\&quot;:0},\&quot;opacity\&quot;:1,\&quot;path\&quot;:{\&quot;type\&quot;:\&quot;POLY_LINE\&quot;,\&quot;points\&quot;:[{\&quot;x\&quot;:-5.248347334813266,\&quot;y\&quot;:10.064717141166561},{\&quot;x\&quot;:-2.184388209341466,\&quot;y\&quot;:3.9442980957996854},{\&quot;x\&quot;:0.38866033801586275,\&quot;y\&quot;:-10.064661052485114},{\&quot;x\&quot;:2.961708885373192,\&quot;y\&quot;:3.808288783680253},{\&quot;x\&quot;:5.248347334813266,\&quot;y\&quot;:10.064717141166561}],\&quot;closed\&quot;:false},\&quot;pathStyles\&quot;:[{\&quot;type\&quot;:\&quot;FILL\&quot;,\&quot;fillStyle\&quot;:\&quot;transparent\&quot;},{\&quot;type\&quot;:\&quot;STROKE\&quot;,\&quot;strokeStyle\&quot;:\&quot;rgba(55,64,154,1)\&quot;,\&quot;lineWidth\&quot;:1.6084002048727988,\&quot;lineJoin\&quot;:\&quot;round\&quot;}],\&quot;pathSmoothing\&quot;:{\&quot;type\&quot;:\&quot;CATMULL_SMOOTHING\&quot;,\&quot;smoothing\&quot;:0.2},\&quot;isLocked\&quot;:false,\&quot;parent\&quot;:{\&quot;type\&quot;:\&quot;CHILD\&quot;,\&quot;parentId\&quot;:\&quot;78a8e103-874f-4473-a570-c4d1f1156757\&quot;,\&quot;order\&quot;:\&quot;25\&quot;}},\&quot;cb91ee8b-2e60-4648-ade1-89b02ab297a8\&quot;:{\&quot;type\&quot;:\&quot;FIGURE_OBJECT\&quot;,\&quot;id\&quot;:\&quot;cb91ee8b-2e60-4648-ade1-89b02ab297a8\&quot;,\&quot;relativeTransform\&quot;:{\&quot;translate\&quot;:{\&quot;x\&quot;:3.452191616123211,\&quot;y\&quot;:-0.2881702732744641},\&quot;rotate\&quot;:0},\&quot;opacity\&quot;:1,\&quot;path\&quot;:{\&quot;type\&quot;:\&quot;POLY_LINE\&quot;,\&quot;points\&quot;:[{\&quot;x\&quot;:-6.415934964242873,\&quot;y\&quot;:11.798307006133012},{\&quot;x\&quot;:-2.670343975679995,\&quot;y\&quot;:4.623680845197752},{\&quot;x\&quot;:0.4751246997983815,\&quot;y\&quot;:-11.798241256497533},{\&quot;x\&quot;:3.6205933752764943,\&quot;y\&quot;:4.464244708288296},{\&quot;x\&quot;:6.415934964242873,\&quot;y\&quot;:11.798307006133012}],\&quot;closed\&quot;:false},\&quot;pathStyles\&quot;:[{\&quot;type\&quot;:\&quot;FILL\&quot;,\&quot;fillStyle\&quot;:\&quot;transparent\&quot;},{\&quot;type\&quot;:\&quot;STROKE\&quot;,\&quot;strokeStyle\&quot;:\&quot;rgba(87,148,219,1)\&quot;,\&quot;lineWidth\&quot;:1.6084002048727988,\&quot;lineJoin\&quot;:\&quot;round\&quot;}],\&quot;pathSmoothing\&quot;:{\&quot;type\&quot;:\&quot;CATMULL_SMOOTHING\&quot;,\&quot;smoothing\&quot;:0.2},\&quot;isLocked\&quot;:false,\&quot;parent\&quot;:{\&quot;type\&quot;:\&quot;CHILD\&quot;,\&quot;parentId\&quot;:\&quot;78a8e103-874f-4473-a570-c4d1f1156757\&quot;,\&quot;order\&quot;:\&quot;3\&quot;}},\&quot;3ce9cea3-f4ae-4c4a-ab05-3863886bdf70\&quot;:{\&quot;type\&quot;:\&quot;FIGURE_OBJECT\&quot;,\&quot;id\&quot;:\&quot;3ce9cea3-f4ae-4c4a-ab05-3863886bdf70\&quot;,\&quot;relativeTransform\&quot;:{\&quot;translate\&quot;:{\&quot;x\&quot;:9.473152351257982,\&quot;y\&quot;:2.2169430916226593},\&quot;rotate\&quot;:0},\&quot;opacity\&quot;:1,\&quot;path\&quot;:{\&quot;type\&quot;:\&quot;POLY_LINE\&quot;,\&quot;points\&quot;:[{\&quot;x\&quot;:-4.532561911056165,\&quot;y\&quot;:9.733693762566842},{\&quot;x\&quot;:-1.8864747633880208,\&quot;y\&quot;:3.8145721568026136},{\&quot;x\&quot;:0.3356536700122425,\&quot;y\&quot;:-9.73363951861333},{\&quot;x\&quot;:2.557782103412769,\&quot;y\&quot;:3.6830361211189007},{\&quot;x\&quot;:4.532561911056165,\&quot;y\&quot;:9.733693762566842}],\&quot;closed\&quot;:false},\&quot;pathStyles\&quot;:[{\&quot;type\&quot;:\&quot;FILL\&quot;,\&quot;fillStyle\&quot;:\&quot;transparent\&quot;},{\&quot;type\&quot;:\&quot;STROKE\&quot;,\&quot;strokeStyle\&quot;:\&quot;rgba(39,100,82,1)\&quot;,\&quot;lineWidth\&quot;:1.6084002048727988,\&quot;lineJoin\&quot;:\&quot;round\&quot;}],\&quot;pathSmoothing\&quot;:{\&quot;type\&quot;:\&quot;CATMULL_SMOOTHING\&quot;,\&quot;smoothing\&quot;:0.2},\&quot;isLocked\&quot;:false,\&quot;parent\&quot;:{\&quot;type\&quot;:\&quot;CHILD\&quot;,\&quot;parentId\&quot;:\&quot;78a8e103-874f-4473-a570-c4d1f1156757\&quot;,\&quot;order\&quot;:\&quot;5\&quot;}},\&quot;6c2f0982-a75a-48e8-84fd-38575bc108b7\&quot;:{\&quot;type\&quot;:\&quot;FIGURE_OBJECT\&quot;,\&quot;id\&quot;:\&quot;6c2f0982-a75a-48e8-84fd-38575bc108b7\&quot;,\&quot;relativeTransform\&quot;:{\&quot;translate\&quot;:{\&quot;x\&quot;:21.82789797711057,\&quot;y\&quot;:0.5469664197291892},\&quot;rotate\&quot;:0},\&quot;opacity\&quot;:1,\&quot;path\&quot;:{\&quot;type\&quot;:\&quot;POLY_LINE\&quot;,\&quot;points\&quot;:[{\&quot;x\&quot;:-5.725507677650202,\&quot;y\&quot;:11.026440543090496},{\&quot;x\&quot;:-2.382984712272365,\&quot;y\&quot;:4.32119132883264},{\&quot;x\&quot;:0.42399589953704386,\&quot;y\&quot;:-11.02637909491442},{\&quot;x\&quot;:3.230976511346716,\&quot;y\&quot;:4.172185790737617},{\&quot;x\&quot;:5.725507677650202,\&quot;y\&quot;:11.026440543090496}],\&quot;closed\&quot;:false},\&quot;pathStyles\&quot;:[{\&quot;type\&quot;:\&quot;FILL\&quot;,\&quot;fillStyle\&quot;:\&quot;transparent\&quot;},{\&quot;type\&quot;:\&quot;STROKE\&quot;,\&quot;strokeStyle\&quot;:\&quot;rgba(39,100,82,1)\&quot;,\&quot;lineWidth\&quot;:1.6084002048727988,\&quot;lineJoin\&quot;:\&quot;round\&quot;}],\&quot;pathSmoothing\&quot;:{\&quot;type\&quot;:\&quot;CATMULL_SMOOTHING\&quot;,\&quot;smoothing\&quot;:0.2},\&quot;isLocked\&quot;:false,\&quot;parent\&quot;:{\&quot;type\&quot;:\&quot;CHILD\&quot;,\&quot;parentId\&quot;:\&quot;78a8e103-874f-4473-a570-c4d1f1156757\&quot;,\&quot;order\&quot;:\&quot;55\&quot;}},\&quot;5ee8a261-e4ac-4725-b857-4bd080e8fcd0\&quot;:{\&quot;type\&quot;:\&quot;FIGURE_OBJECT\&quot;,\&quot;id\&quot;:\&quot;5ee8a261-e4ac-4725-b857-4bd080e8fcd0\&quot;,\&quot;relativeTransform\&quot;:{\&quot;translate\&quot;:{\&quot;x\&quot;:-21.238623460785398,\&quot;y\&quot;:3.144366771305762},\&quot;rotate\&quot;:0},\&quot;opacity\&quot;:1,\&quot;path\&quot;:{\&quot;type\&quot;:\&quot;POLY_LINE\&quot;,\&quot;points\&quot;:[{\&quot;x\&quot;:-4.662624918701996,\&quot;y\&quot;:8.936800001113987},{\&quot;x\&quot;:-1.9406076326990376,\&quot;y\&quot;:3.5022746027066907},{\&quot;x\&quot;:0.34528533676178597,\&quot;y\&quot;:-8.936750198092069},{\&quot;x\&quot;:2.6311783062233998,\&quot;y\&quot;:3.3815073716308026},{\&quot;x\&quot;:4.662624918701996,\&quot;y\&quot;:8.936800001113987}],\&quot;closed\&quot;:false},\&quot;pathStyles\&quot;:[{\&quot;type\&quot;:\&quot;FILL\&quot;,\&quot;fillStyle\&quot;:\&quot;transparent\&quot;},{\&quot;type\&quot;:\&quot;STROKE\&quot;,\&quot;strokeStyle\&quot;:\&quot;rgba(209,34,39,1)\&quot;,\&quot;lineWidth\&quot;:1.6084002048727988,\&quot;lineJoin\&quot;:\&quot;round\&quot;}],\&quot;pathSmoothing\&quot;:{\&quot;type\&quot;:\&quot;CATMULL_SMOOTHING\&quot;,\&quot;smoothing\&quot;:0.2},\&quot;isLocked\&quot;:false,\&quot;parent\&quot;:{\&quot;type\&quot;:\&quot;CHILD\&quot;,\&quot;parentId\&quot;:\&quot;78a8e103-874f-4473-a570-c4d1f1156757\&quot;,\&quot;order\&quot;:\&quot;6\&quot;}},\&quot;7b79f980-2cee-4b17-a8a6-d1fbd8dcf971\&quot;:{\&quot;type\&quot;:\&quot;FIGURE_OBJECT\&quot;,\&quot;id\&quot;:\&quot;7b79f980-2cee-4b17-a8a6-d1fbd8dcf971\&quot;,\&quot;relativeTransform\&quot;:{\&quot;translate\&quot;:{\&quot;x\&quot;:-3.566708777130357,\&quot;y\&quot;:-0.17939331041056011},\&quot;rotate\&quot;:0},\&quot;opacity\&quot;:1,\&quot;path\&quot;:{\&quot;type\&quot;:\&quot;POLY_LINE\&quot;,\&quot;points\&quot;:[{\&quot;x\&quot;:-5.05107849755994,\&quot;y\&quot;:11.761528592399957},{\&quot;x\&quot;:-2.1022839401921036,\&quot;y\&quot;:4.609267620740794},{\&quot;x\&quot;:0.37405182069113696,\&quot;y\&quot;:-11.761463047723314},{\&quot;x\&quot;:2.8503875815749047,\&quot;y\&quot;:4.4503284880368055},{\&quot;x\&quot;:5.05107849755994,\&quot;y\&quot;:11.761528592399957}],\&quot;closed\&quot;:false},\&quot;pathStyles\&quot;:[{\&quot;type\&quot;:\&quot;FILL\&quot;,\&quot;fillStyle\&quot;:\&quot;transparent\&quot;},{\&quot;type\&quot;:\&quot;STROKE\&quot;,\&quot;strokeStyle\&quot;:\&quot;rgba(209,34,39,1)\&quot;,\&quot;lineWidth\&quot;:1.6084002048727988,\&quot;lineJoin\&quot;:\&quot;round\&quot;}],\&quot;pathSmoothing\&quot;:{\&quot;type\&quot;:\&quot;CATMULL_SMOOTHING\&quot;,\&quot;smoothing\&quot;:0.2},\&quot;isLocked\&quot;:false,\&quot;parent\&quot;:{\&quot;type\&quot;:\&quot;CHILD\&quot;,\&quot;parentId\&quot;:\&quot;78a8e103-874f-4473-a570-c4d1f1156757\&quot;,\&quot;order\&quot;:\&quot;7\&quot;}},\&quot;81687a2e-ba2a-418e-a266-b34974c5347c\&quot;:{\&quot;type\&quot;:\&quot;FIGURE_OBJECT\&quot;,\&quot;id\&quot;:\&quot;81687a2e-ba2a-418e-a266-b34974c5347c\&quot;,\&quot;relativeTransform\&quot;:{\&quot;translate\&quot;:{\&quot;x\&quot;:-9.605583765932954,\&quot;y\&quot;:0.9093327212608648},\&quot;rotate\&quot;:0},\&quot;opacity\&quot;:1,\&quot;path\&quot;:{\&quot;type\&quot;:\&quot;POLY_LINE\&quot;,\&quot;points\&quot;:[{\&quot;x\&quot;:-5.0333037731312835,\&quot;y\&quot;:11.177144558146226},{\&quot;x\&quot;:-2.0948860116658303,\&quot;y\&quot;:4.380251265766588},{\&quot;x\&quot;:0.37273553387481667,\&quot;y\&quot;:-11.17708227012643},{\&quot;x\&quot;:2.8403570794152007,\&quot;y\&quot;:4.229209192602372},{\&quot;x\&quot;:5.0333037731312835,\&quot;y\&quot;:11.177144558146226}],\&quot;closed\&quot;:false},\&quot;pathStyles\&quot;:[{\&quot;type\&quot;:\&quot;FILL\&quot;,\&quot;fillStyle\&quot;:\&quot;transparent\&quot;},{\&quot;type\&quot;:\&quot;STROKE\&quot;,\&quot;strokeStyle\&quot;:\&quot;rgba(39,100,82,1)\&quot;,\&quot;lineWidth\&quot;:1.6084002048727988,\&quot;lineJoin\&quot;:\&quot;round\&quot;}],\&quot;pathSmoothing\&quot;:{\&quot;type\&quot;:\&quot;CATMULL_SMOOTHING\&quot;,\&quot;smoothing\&quot;:0.2},\&quot;isLocked\&quot;:false,\&quot;parent\&quot;:{\&quot;type\&quot;:\&quot;CHILD\&quot;,\&quot;parentId\&quot;:\&quot;78a8e103-874f-4473-a570-c4d1f1156757\&quot;,\&quot;order\&quot;:\&quot;8\&quot;}},\&quot;e6877ac3-e904-429b-937c-dd5374a9b902\&quot;:{\&quot;type\&quot;:\&quot;FIGURE_OBJECT\&quot;,\&quot;id\&quot;:\&quot;e6877ac3-e904-429b-937c-dd5374a9b902\&quot;,\&quot;relativeTransform\&quot;:{\&quot;translate\&quot;:{\&quot;x\&quot;:1.5530480003586505e-14,\&quot;y\&quot;:-0.6083418146608323},\&quot;rotate\&quot;:0,\&quot;skewX\&quot;:0,\&quot;scale\&quot;:{\&quot;x\&quot;:0.1354236077556587,\&quot;y\&quot;:0.1288646247325131}},\&quot;opacity\&quot;:1,\&quot;path\&quot;:{\&quot;type\&quot;:\&quot;RECT\&quot;,\&quot;size\&quot;:{\&quot;x\&quot;:483.6881053037114,\&quot;y\&quot;:184.4988227638247}},\&quot;pathStyles\&quot;:[{\&quot;type\&quot;:\&quot;FILL\&quot;,\&quot;fillStyle\&quot;:\&quot;#fff\&quot;}],\&quot;isFrozen\&quot;:true,\&quot;isLocked\&quot;:false,\&quot;parent\&quot;:{\&quot;type\&quot;:\&quot;CROP\&quot;,\&quot;parentId\&quot;:\&quot;78a8e103-874f-4473-a570-c4d1f1156757\&quot;,\&quot;order\&quot;:\&quot;5\&quot;}},\&quot;f67ca069-0e39-4dd2-93d4-715606bee41e\&quot;:{\&quot;type\&quot;:\&quot;FIGURE_OBJECT\&quot;,\&quot;id\&quot;:\&quot;f67ca069-0e39-4dd2-93d4-715606bee41e\&quot;,\&quot;relativeTransform\&quot;:{\&quot;translate\&quot;:{\&quot;x\&quot;:0.15661740236964145,\&quot;y\&quot;:-14.203203389567824},\&quot;rotate\&quot;:0},\&quot;opacity\&quot;:1,\&quot;path\&quot;:{\&quot;type\&quot;:\&quot;RECT\&quot;,\&quot;size\&quot;:{\&quot;x\&quot;:66.05923175701206,\&quot;y\&quot;:29.369838615506783},\&quot;cornerRounding\&quot;:{\&quot;type\&quot;:\&quot;ARC_LENGTH\&quot;,\&quot;global\&quot;:0}},\&quot;pathStyles\&quot;:[{\&quot;type\&quot;:\&quot;FILL\&quot;,\&quot;fillStyle\&quot;:\&quot;transparent\&quot;},{\&quot;type\&quot;:\&quot;STROKE\&quot;,\&quot;strokeStyle\&quot;:\&quot;rgba(23,23,23,1)\&quot;,\&quot;lineWidth\&quot;:1.206300153654599,\&quot;lineJoin\&quot;:\&quot;round\&quot;}],\&quot;isLocked\&quot;:false,\&quot;parent\&quot;:{\&quot;type\&quot;:\&quot;CHILD\&quot;,\&quot;parentId\&quot;:\&quot;d4045edf-0be7-4bb8-9635-c679082b5942\&quot;,\&quot;order\&quot;:\&quot;2\&quot;}},\&quot;f30aa0a1-4819-4bec-b288-fc03117f9727\&quot;:{\&quot;type\&quot;:\&quot;FIGURE_OBJECT\&quot;,\&quot;id\&quot;:\&quot;f30aa0a1-4819-4bec-b288-fc03117f9727\&quot;,\&quot;relativeTransform\&quot;:{\&quot;translate\&quot;:{\&quot;x\&quot;:53.51296994689498,\&quot;y\&quot;:-42.20687749652058},\&quot;rotate\&quot;:0},\&quot;opacity\&quot;:1,\&quot;source\&quot;:{\&quot;type\&quot;:\&quot;ASSETS\&quot;},\&quot;pathStyles\&quot;:[{\&quot;type\&quot;:\&quot;FILL\&quot;,\&quot;fillStyle\&quot;:\&quot;rgb(0,0,0)\&quot;}],\&quot;isLocked\&quot;:false,\&quot;parent\&quot;:{\&quot;type\&quot;:\&quot;CHILD\&quot;,\&quot;parentId\&quot;:\&quot;9d3e5a85-e59f-4214-beaf-a8bdc802899e\&quot;,\&quot;order\&quot;:\&quot;7\&quot;}},\&quot;61c0c114-37b0-483a-b62e-0675bc50bd1a\&quot;:{\&quot;type\&quot;:\&quot;FIGURE_OBJECT\&quot;,\&quot;id\&quot;:\&quot;61c0c114-37b0-483a-b62e-0675bc50bd1a\&quot;,\&quot;name\&quot;:\&quot;Microscope slide (top view)\&quot;,\&quot;relativeTransform\&quot;:{\&quot;translate\&quot;:{\&quot;x\&quot;:-8.120773670480388e-14,\&quot;y\&quot;:-8.882096202087923e-14},\&quot;rotate\&quot;:-1.5707963267948966,\&quot;skewX\&quot;:0,\&quot;scale\&quot;:{\&quot;x\&quot;:0.33135881302755144,\&quot;y\&quot;:0.33135881302755144}},\&quot;opacity\&quot;:1,\&quot;image\&quot;:{\&quot;url\&quot;:\&quot;https://icons.biorender.com/biorender/5d371912fe034a040075d314/20190723142713/image/microscope-slide-top-view.png\&quot;,\&quot;fallbackUrl\&quot;:\&quot;https://res.cloudinary.com/dlcjuc3ej/image/upload/v1563892033/x3cos8frepj4i9vznvmc.svg#/keystone/api/icons/5d371912fe034a040075d314/20190723142713/image/microscope-slide-top-view.svg\&quot;,\&quot;size\&quot;:{\&quot;x\&quot;:75,\&quot;y\&quot;:203},\&quot;isPremium\&quot;:false},\&quot;source\&quot;:{\&quot;id\&quot;:\&quot;5d371912fe034a040075d314\&quot;,\&quot;type\&quot;:\&quot;ASSETS\&quot;},\&quot;pathStyles\&quot;:[{\&quot;type\&quot;:\&quot;FILL\&quot;,\&quot;fillStyle\&quot;:\&quot;rgb(0,0,0)\&quot;}],\&quot;isLocked\&quot;:false,\&quot;parent\&quot;:{\&quot;type\&quot;:\&quot;CHILD\&quot;,\&quot;parentId\&quot;:\&quot;f30aa0a1-4819-4bec-b288-fc03117f9727\&quot;,\&quot;order\&quot;:\&quot;2\&quot;}},\&quot;2b545bcd-b952-43e1-8313-e5d5448eb5e9\&quot;:{\&quot;type\&quot;:\&quot;FIGURE_OBJECT\&quot;,\&quot;id\&quot;:\&quot;2b545bcd-b952-43e1-8313-e5d5448eb5e9\&quot;,\&quot;relativeTransform\&quot;:{\&quot;translate\&quot;:{\&quot;x\&quot;:4.90485100785589,\&quot;y\&quot;:-0.0001819279251345905},\&quot;rotate\&quot;:0},\&quot;opacity\&quot;:1,\&quot;source\&quot;:{\&quot;type\&quot;:\&quot;ASSETS\&quot;},\&quot;pathStyles\&quot;:[{\&quot;type\&quot;:\&quot;FILL\&quot;,\&quot;fillStyle\&quot;:\&quot;rgb(0,0,0)\&quot;}],\&quot;isLocked\&quot;:false,\&quot;parent\&quot;:{\&quot;type\&quot;:\&quot;CHILD\&quot;,\&quot;parentId\&quot;:\&quot;f30aa0a1-4819-4bec-b288-fc03117f9727\&quot;,\&quot;order\&quot;:\&quot;5\&quot;}},\&quot;b59d3a4a-2742-467d-832c-0936240dc866\&quot;:{\&quot;type\&quot;:\&quot;FIGURE_OBJECT\&quot;,\&quot;id\&quot;:\&quot;b59d3a4a-2742-467d-832c-0936240dc866\&quot;,\&quot;relativeTransform\&quot;:{\&quot;translate\&quot;:{\&quot;x\&quot;:3.528021307963307,\&quot;y\&quot;:-5.520294856493009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00,219,200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02\&quot;}},\&quot;4582322a-75b4-4482-8eb7-cdb71f5c00c4\&quot;:{\&quot;type\&quot;:\&quot;FIGURE_OBJECT\&quot;,\&quot;id\&quot;:\&quot;4582322a-75b4-4482-8eb7-cdb71f5c00c4\&quot;,\&quot;relativeTransform\&quot;:{\&quot;translate\&quot;:{\&quot;x\&quot;:7.019973478078591,\&quot;y\&quot;:-5.520294856493009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30,238,224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05\&quot;}},\&quot;93a849be-58e1-494f-8980-f3f5395ff3bb\&quot;:{\&quot;type\&quot;:\&quot;FIGURE_OBJECT\&quot;,\&quot;id\&quot;:\&quot;93a849be-58e1-494f-8980-f3f5395ff3bb\&quot;,\&quot;relativeTransform\&quot;:{\&quot;translate\&quot;:{\&quot;x\&quot;:-6.944005387989713,\&quot;y\&quot;:-5.520436269606092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51,90,48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1\&quot;}},\&quot;34c938cc-d004-4bd2-b336-82575737a282\&quot;:{\&quot;type\&quot;:\&quot;FIGURE_OBJECT\&quot;,\&quot;id\&quot;:\&quot;34c938cc-d004-4bd2-b336-82575737a282\&quot;,\&quot;relativeTransform\&quot;:{\&quot;translate\&quot;:{\&quot;x\&quot;:3.528021307963307,\&quot;y\&quot;:-1.8407095098162676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44,230,170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12\&quot;}},\&quot;661aba75-25bb-4f66-a489-4b1c039ea542\&quot;:{\&quot;type\&quot;:\&quot;FIGURE_OBJECT\&quot;,\&quot;id\&quot;:\&quot;661aba75-25bb-4f66-a489-4b1c039ea542\&quot;,\&quot;relativeTransform\&quot;:{\&quot;translate\&quot;:{\&quot;x\&quot;:7.019973478078591,\&quot;y\&quot;:-1.8407095098162676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55,252,244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15\&quot;}},\&quot;9bf3c85e-51d9-445e-b940-1effa7b42f9e\&quot;:{\&quot;type\&quot;:\&quot;FIGURE_OBJECT\&quot;,\&quot;id\&quot;:\&quot;9bf3c85e-51d9-445e-b940-1effa7b42f9e\&quot;,\&quot;relativeTransform\&quot;:{\&quot;translate\&quot;:{\&quot;x\&quot;:-7.019973478078443,\&quot;y\&quot;:-1.8427401409133797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170,122,56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2\&quot;}},\&quot;430568b4-29bf-4816-ba70-be1191e357b5\&quot;:{\&quot;type\&quot;:\&quot;FIGURE_OBJECT\&quot;,\&quot;id\&quot;:\&quot;430568b4-29bf-4816-ba70-be1191e357b5\&quot;,\&quot;relativeTransform\&quot;:{\&quot;translate\&quot;:{\&quot;x\&quot;:3.528021307963307,\&quot;y\&quot;:1.8388758368604723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37,174,174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22\&quot;}},\&quot;00bc6844-e875-4b98-ae30-6c7011a8f894\&quot;:{\&quot;type\&quot;:\&quot;FIGURE_OBJECT\&quot;,\&quot;id\&quot;:\&quot;00bc6844-e875-4b98-ae30-6c7011a8f894\&quot;,\&quot;relativeTransform\&quot;:{\&quot;translate\&quot;:{\&quot;x\&quot;:7.019973478078591,\&quot;y\&quot;:1.8388758368604723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43,205,204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25\&quot;}},\&quot;a6516606-11a6-447b-ad07-d01c9bd8d860\&quot;:{\&quot;type\&quot;:\&quot;FIGURE_OBJECT\&quot;,\&quot;id\&quot;:\&quot;a6516606-11a6-447b-ad07-d01c9bd8d860\&quot;,\&quot;relativeTransform\&quot;:{\&quot;translate\&quot;:{\&quot;x\&quot;:-7.019973478078443,\&quot;y\&quot;:1.8368452057633604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148,34,31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3\&quot;}},\&quot;846a1f40-5465-4ffb-bebf-0475613ebc19\&quot;:{\&quot;type\&quot;:\&quot;FIGURE_OBJECT\&quot;,\&quot;id\&quot;:\&quot;846a1f40-5465-4ffb-bebf-0475613ebc19\&quot;,\&quot;relativeTransform\&quot;:{\&quot;translate\&quot;:{\&quot;x\&quot;:3.528021307963307,\&quot;y\&quot;:5.518461183537214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185,219,244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4\&quot;}},\&quot;255f4bf1-eda0-46a7-bbdc-3b8330c86dad\&quot;:{\&quot;type\&quot;:\&quot;FIGURE_OBJECT\&quot;,\&quot;id\&quot;:\&quot;255f4bf1-eda0-46a7-bbdc-3b8330c86dad\&quot;,\&quot;relativeTransform\&quot;:{\&quot;translate\&quot;:{\&quot;x\&quot;:7.019973478078591,\&quot;y\&quot;:5.518461183537214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38,244,251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5\&quot;}},\&quot;2165070f-f454-4895-b124-0f281783a11e\&quot;:{\&quot;type\&quot;:\&quot;FIGURE_OBJECT\&quot;,\&quot;id\&quot;:\&quot;2165070f-f454-4895-b124-0f281783a11e\&quot;,\&quot;relativeTransform\&quot;:{\&quot;translate\&quot;:{\&quot;x\&quot;:-7.019973478078443,\&quot;y\&quot;:5.516430552440101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1,82,137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52\&quot;}},\&quot;251ba810-5728-4a2e-8981-fce6a283b861\&quot;:{\&quot;type\&quot;:\&quot;FIGURE_OBJECT\&quot;,\&quot;id\&quot;:\&quot;251ba810-5728-4a2e-8981-fce6a283b861\&quot;,\&quot;relativeTransform\&quot;:{\&quot;translate\&quot;:{\&quot;x\&quot;:-3.455883032266611,\&quot;y\&quot;:-5.518319770423656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98,141,86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55\&quot;}},\&quot;26462699-08d9-40d7-aad8-4e82192b2aa7\&quot;:{\&quot;type\&quot;:\&quot;FIGURE_OBJECT\&quot;,\&quot;id\&quot;:\&quot;26462699-08d9-40d7-aad8-4e82192b2aa7\&quot;,\&quot;relativeTransform\&quot;:{\&quot;translate\&quot;:{\&quot;x\&quot;:0.03804422391769928,\&quot;y\&quot;:-5.518319770423656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148,196,125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6\&quot;}},\&quot;5d74f062-9860-4c59-aca2-2ef76a291173\&quot;:{\&quot;type\&quot;:\&quot;FIGURE_OBJECT\&quot;,\&quot;id\&quot;:\&quot;5d74f062-9860-4c59-aca2-2ef76a291173\&quot;,\&quot;relativeTransform\&quot;:{\&quot;translate\&quot;:{\&quot;x\&quot;:-3.455883032266611,\&quot;y\&quot;:-1.8387344237472412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33,198,29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65\&quot;}},\&quot;7ef71c2f-fe7c-480e-bfad-0b5bb0d7a317\&quot;:{\&quot;type\&quot;:\&quot;FIGURE_OBJECT\&quot;,\&quot;id\&quot;:\&quot;7ef71c2f-fe7c-480e-bfad-0b5bb0d7a317\&quot;,\&quot;relativeTransform\&quot;:{\&quot;translate\&quot;:{\&quot;x\&quot;:0.03804422391769928,\&quot;y\&quot;:-1.8387344237472412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40,207,127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7\&quot;}},\&quot;1d240892-5f5d-4064-b9a5-c465801001a0\&quot;:{\&quot;type\&quot;:\&quot;FIGURE_OBJECT\&quot;,\&quot;id\&quot;:\&quot;1d240892-5f5d-4064-b9a5-c465801001a0\&quot;,\&quot;relativeTransform\&quot;:{\&quot;translate\&quot;:{\&quot;x\&quot;:-3.455883032266611,\&quot;y\&quot;:1.8408509229294991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194,87,87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72\&quot;}},\&quot;126c3e95-6df5-4770-ae87-11d2d177b8a7\&quot;:{\&quot;type\&quot;:\&quot;FIGURE_OBJECT\&quot;,\&quot;id\&quot;:\&quot;126c3e95-6df5-4770-ae87-11d2d177b8a7\&quot;,\&quot;relativeTransform\&quot;:{\&quot;translate\&quot;:{\&quot;x\&quot;:0.03804422391769928,\&quot;y\&quot;:1.8408509229294991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24,127,128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75\&quot;}},\&quot;f1af7a4f-f96f-41c1-b50e-6a234c15b566\&quot;:{\&quot;type\&quot;:\&quot;FIGURE_OBJECT\&quot;,\&quot;id\&quot;:\&quot;f1af7a4f-f96f-41c1-b50e-6a234c15b566\&quot;,\&quot;relativeTransform\&quot;:{\&quot;translate\&quot;:{\&quot;x\&quot;:-3.455883032266611,\&quot;y\&quot;:5.52043626960624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21,82,137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8\&quot;}},\&quot;04b3d280-53f6-4b3e-a913-3c4bd611f08c\&quot;:{\&quot;type\&quot;:\&quot;FIGURE_OBJECT\&quot;,\&quot;id\&quot;:\&quot;04b3d280-53f6-4b3e-a913-3c4bd611f08c\&quot;,\&quot;relativeTransform\&quot;:{\&quot;translate\&quot;:{\&quot;x\&quot;:0.03804422391769928,\&quot;y\&quot;:5.52043626960624},\&quot;rotate\&quot;:0},\&quot;opacity\&quot;:1,\&quot;path\&quot;:{\&quot;type\&quot;:\&quot;ELLIPSE\&quot;,\&quot;size\&quot;:{\&quot;x\&quot;:3.034151801920306,\&quot;y\&quot;:3.034151801920304}},\&quot;pathStyles\&quot;:[{\&quot;type\&quot;:\&quot;FILL\&quot;,\&quot;fillStyle\&quot;:\&quot;rgba(149,170,211,1)\&quot;},{\&quot;type\&quot;:\&quot;STROKE\&quot;,\&quot;strokeStyle\&quot;:\&quot;transparent\&quot;,\&quot;lineWidth\&quot;:0,\&quot;lineJoin\&quot;:\&quot;round\&quot;,\&quot;dashArray\&quot;:[0,0]}],\&quot;isLocked\&quot;:false,\&quot;parent\&quot;:{\&quot;type\&quot;:\&quot;CHILD\&quot;,\&quot;parentId\&quot;:\&quot;2b545bcd-b952-43e1-8313-e5d5448eb5e9\&quot;,\&quot;order\&quot;:\&quot;9\&quot;}},\&quot;ba43749a-ceb6-4ef3-8147-ae1fdfda08f1\&quot;:{\&quot;relativeTransform\&quot;:{\&quot;translate\&quot;:{\&quot;x\&quot;:991.524780117611,\&quot;y\&quot;:-17.928051516409663},\&quot;rotate\&quot;:0,\&quot;skewX\&quot;:0,\&quot;scale\&quot;:{\&quot;x\&quot;:1,\&quot;y\&quot;:1}},\&quot;type\&quot;:\&quot;FIGURE_OBJECT\&quot;,\&quot;id\&quot;:\&quot;ba43749a-ceb6-4ef3-8147-ae1fdfda08f1\&quot;,\&quot;parent\&quot;:{\&quot;type\&quot;:\&quot;CHILD\&quot;,\&quot;parentId\&quot;:\&quot;7330caab-dd57-488a-a91d-fa20d5d58066\&quot;,\&quot;order\&quot;:\&quot;9995\&quot;},\&quot;name\&quot;:\&quot;Linear regression (symbol) 2\&quot;,\&quot;displayName\&quot;:\&quot;Linear regression (symbol) 2\&quot;,\&quot;source\&quot;:{\&quot;id\&quot;:\&quot;68d40a4a054257f59c484bb0\&quot;,\&quot;type\&quot;:\&quot;ASSETS\&quot;},\&quot;isPremium\&quot;:true},\&quot;a33248f2-6aaf-4c96-b442-1da118744f48\&quot;:{\&quot;type\&quot;:\&quot;FIGURE_OBJECT\&quot;,\&quot;id\&quot;:\&quot;a33248f2-6aaf-4c96-b442-1da118744f48\&quot;,\&quot;relativeTransform\&quot;:{\&quot;translate\&quot;:{\&quot;x\&quot;:-597.356438279818,\&quot;y\&quot;:101.04988408537795},\&quot;rotate\&quot;:0},\&quot;opacity\&quot;:1,\&quot;path\&quot;:{\&quot;type\&quot;:\&quot;POLY_LINE\&quot;,\&quot;points\&quot;:[{\&quot;x\&quot;:85.26276624643938,\&quot;y\&quot;:-71.66257040344912},{\&quot;x\&quot;:-85.26276624643938,\&quot;y\&quot;:71.66257040344912}],\&quot;closed\&quot;:false},\&quot;pathStyles\&quot;:[{\&quot;type\&quot;:\&quot;FILL\&quot;,\&quot;fillStyle\&quot;:\&quot;transparent\&quot;},{\&quot;type\&quot;:\&quot;STROKE\&quot;,\&quot;strokeStyle\&quot;:\&quot;rgb(54, 97, 123)\&quot;,\&quot;lineWidth\&quot;:7.427984036947309,\&quot;lineJoin\&quot;:\&quot;round\&quot;,\&quot;dashArray\&quot;:[0,0]}],\&quot;isLocked\&quot;:false,\&quot;parent\&quot;:{\&quot;type\&quot;:\&quot;CHILD\&quot;,\&quot;parentId\&quot;:\&quot;ba43749a-ceb6-4ef3-8147-ae1fdfda08f1\&quot;,\&quot;order\&quot;:\&quot;7\&quot;},\&quot;pathMarkers\&quot;:{\&quot;markerStart\&quot;:{\&quot;type\&quot;:\&quot;PATH\&quot;,\&quot;units\&quot;:{\&quot;type\&quot;:\&quot;STROKE_WIDTH\&quot;,\&quot;scale\&quot;:0.7000000000000001},\&quot;orient\&quot;:{\&quot;type\&quot;:\&quot;CLIPPED_CHORD\&quot;},\&quot;clipDistance\&quot;:4,\&quot;name\&quot;:\&quot;arrow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0,\&quot;y\&quot;:0,\&quot;isEndPoint\&quot;:true},{\&quot;x\&quot;:-5,\&quot;y\&quot;:-2.5,\&quot;isEndPoint\&quot;:true},{\&quot;x\&quot;:-5,\&quot;y\&quot;:2.5,\&quot;isEndPoint\&quot;:true}],\&quot;closed\&quot;:tru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},\&quot;bbf75b91-8f63-478b-8e16-95d8b096dc9f\&quot;:{\&quot;type\&quot;:\&quot;FIGURE_OBJECT\&quot;,\&quot;id\&quot;:\&quot;bbf75b91-8f63-478b-8e16-95d8b096dc9f\&quot;,\&quot;relativeTransform\&quot;:{\&quot;translate\&quot;:{\&quot;x\&quot;:-604.1251663431237,\&quot;y\&quot;:101.14558660047437},\&quot;rotate\&quot;:0},\&quot;opacity\&quot;:1,\&quot;path\&quot;:{\&quot;type\&quot;:\&quot;POLY_LINE\&quot;,\&quot;points\&quot;:[{\&quot;x\&quot;:-92.84980046184134,\&quot;y\&quot;:-89.19442143519511},{\&quot;x\&quot;:-92.84980046184134,\&quot;y\&quot;:89.19442143519511},{\&quot;x\&quot;:92.84980046184134,\&quot;y\&quot;:89.19442143519511}],\&quot;closed\&quot;:false},\&quot;pathStyles\&quot;:[{\&quot;type\&quot;:\&quot;FILL\&quot;,\&quot;fillStyle\&quot;:\&quot;transparent\&quot;},{\&quot;type\&quot;:\&quot;STROKE\&quot;,\&quot;strokeStyle\&quot;:\&quot;rgba(54, 97, 123, 1)\&quot;,\&quot;lineWidth\&quot;:5.570988027710481,\&quot;lineJoin\&quot;:\&quot;round\&quot;,\&quot;dashArray\&quot;:[0,0]}],\&quot;pathMarkers\&quot;:{\&quot;markerStart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,\&quot;markerEnd\&quot;:{\&quot;type\&quot;:\&quot;PATH\&quot;,\&quot;units\&quot;:{\&quot;type\&quot;:\&quot;STROKE_WIDTH\&quot;,\&quot;scale\&quot;:1},\&quot;orient\&quot;:{\&quot;type\&quot;:\&quot;AUTO_START_REVERSE\&quot;},\&quot;name\&quot;:\&quot;rounded-end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-0.5,\&quot;y\&quot;:0,\&quot;isEndPoint\&quot;:true},{\&quot;x\&quot;:-0.49999999999999994,\&quot;y\&quot;:0.2761423749153967,\&quot;isEndPoint\&quot;:false},{\&quot;x\&quot;:-0.2761423749153966,\&quot;y\&quot;:0.5,\&quot;isEndPoint\&quot;:false},{\&quot;x\&quot;:3.061616997868383e-17,\&quot;y\&quot;:0.5,\&quot;isEndPoint\&quot;:true},{\&quot;x\&quot;:0.2761423749153967,\&quot;y\&quot;:0.5,\&quot;isEndPoint\&quot;:false},{\&quot;x\&quot;:0.5,\&quot;y\&quot;:0.27614237491539667,\&quot;isEndPoint\&quot;:false},{\&quot;x\&quot;:0.5,\&quot;y\&quot;:0,\&quot;isEndPoint\&quot;:true},{\&quot;x\&quot;:0.5,\&quot;y\&quot;:-0.27614237491539667,\&quot;isEndPoint\&quot;:false},{\&quot;x\&quot;:0.2761423749153967,\&quot;y\&quot;:-0.5,\&quot;isEndPoint\&quot;:false},{\&quot;x\&quot;:3.061616997868383e-17,\&quot;y\&quot;:-0.5,\&quot;isEndPoint\&quot;:true},{\&quot;x\&quot;:-0.2761423749153966,\&quot;y\&quot;:-0.5,\&quot;isEndPoint\&quot;:false},{\&quot;x\&quot;:-0.49999999999999994,\&quot;y\&quot;:-0.2761423749153967,\&quot;isEndPoint\&quot;:false},{\&quot;x\&quot;:-0.5,\&quot;y\&quot;:-6.123233995736766e-17,\&quot;isEndPoint\&quot;:true}],\&quot;closed\&quot;:false}},\&quot;pathStyles\&quot;:[{\&quot;type\&quot;:\&quot;FILL\&quot;,\&quot;fillStyle\&quot;:\&quot;context-stroke-flat\&quot;}]}},\&quot;isLocked\&quot;:false,\&quot;parent\&quot;:{\&quot;type\&quot;:\&quot;CHILD\&quot;,\&quot;parentId\&quot;:\&quot;ba43749a-ceb6-4ef3-8147-ae1fdfda08f1\&quot;,\&quot;order\&quot;:\&quot;75\&quot;}},\&quot;67b03291-2139-48c2-b71e-98283cee1192\&quot;:{\&quot;type\&quot;:\&quot;FIGURE_OBJECT\&quot;,\&quot;id\&quot;:\&quot;67b03291-2139-48c2-b71e-98283cee1192\&quot;,\&quot;relativeTransform\&quot;:{\&quot;translate\&quot;:{\&quot;x\&quot;:-631.5364878013063,\&quot;y\&quot;:61.65226750666266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92\&quot;}},\&quot;233306bf-967e-4e84-bc62-eed016828b56\&quot;:{\&quot;type\&quot;:\&quot;FIGURE_OBJECT\&quot;,\&quot;id\&quot;:\&quot;233306bf-967e-4e84-bc62-eed016828b56\&quot;,\&quot;relativeTransform\&quot;:{\&quot;translate\&quot;:{\&quot;x\&quot;:-656.0506921192416,\&quot;y\&quot;:100.33535137507502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755\&quot;}},\&quot;af047a7c-d1b7-492d-b45c-538b24caaee2\&quot;:{\&quot;type\&quot;:\&quot;FIGURE_OBJECT\&quot;,\&quot;id\&quot;:\&quot;af047a7c-d1b7-492d-b45c-538b24caaee2\&quot;,\&quot;relativeTransform\&quot;:{\&quot;translate\&quot;:{\&quot;x\&quot;:-619.5848614858579,\&quot;y\&quot;:100.33535137507502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76\&quot;}},\&quot;10a2e0d7-0856-40a1-8023-fc268c728b02\&quot;:{\&quot;type\&quot;:\&quot;FIGURE_OBJECT\&quot;,\&quot;id\&quot;:\&quot;10a2e0d7-0856-40a1-8023-fc268c728b02\&quot;,\&quot;relativeTransform\&quot;:{\&quot;translate\&quot;:{\&quot;x\&quot;:-600.6428593215252,\&quot;y\&quot;:73.63700024346349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765\&quot;}},\&quot;e988ef37-8393-456e-80ef-4aae90b88918\&quot;:{\&quot;type\&quot;:\&quot;FIGURE_OBJECT\&quot;,\&quot;id\&quot;:\&quot;e988ef37-8393-456e-80ef-4aae90b88918\&quot;,\&quot;relativeTransform\&quot;:{\&quot;translate\&quot;:{\&quot;x\&quot;:-670.5797866087718,\&quot;y\&quot;:136.46960250396268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77\&quot;}},\&quot;a7d627e2-e4c0-421b-a2a3-bf93f7a30120\&quot;:{\&quot;type\&quot;:\&quot;FIGURE_OBJECT\&quot;,\&quot;id\&quot;:\&quot;a7d627e2-e4c0-421b-a2a3-bf93f7a30120\&quot;,\&quot;relativeTransform\&quot;:{\&quot;translate\&quot;:{\&quot;x\&quot;:-593.7199680267073,\&quot;y\&quot;:43.25194452620563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775\&quot;}},\&quot;a09443c0-c03c-480d-873e-f4546e0fcec9\&quot;:{\&quot;type\&quot;:\&quot;FIGURE_OBJECT\&quot;,\&quot;id\&quot;:\&quot;a09443c0-c03c-480d-873e-f4546e0fcec9\&quot;,\&quot;relativeTransform\&quot;:{\&quot;translate\&quot;:{\&quot;x\&quot;:-560.2632327272466,\&quot;y\&quot;:47.82942517010878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78\&quot;}},\&quot;44ac2364-ce6c-40d6-a8c0-b1f5cfb09260\&quot;:{\&quot;type\&quot;:\&quot;FIGURE_OBJECT\&quot;,\&quot;id\&quot;:\&quot;44ac2364-ce6c-40d6-a8c0-b1f5cfb09260\&quot;,\&quot;relativeTransform\&quot;:{\&quot;translate\&quot;:{\&quot;x\&quot;:-553.0784321150774,\&quot;y\&quot;:19.430818502082616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79\&quot;}},\&quot;b7f66195-ce48-478b-bc5b-9a81767b809d\&quot;:{\&quot;type\&quot;:\&quot;FIGURE_OBJECT\&quot;,\&quot;id\&quot;:\&quot;b7f66195-ce48-478b-bc5b-9a81767b809d\&quot;,\&quot;relativeTransform\&quot;:{\&quot;translate\&quot;:{\&quot;x\&quot;:-548.1281354211413,\&quot;y\&quot;:86.32380700572102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8\&quot;}},\&quot;a8e0a01a-0a1f-4836-9965-f11a7c2ab17d\&quot;:{\&quot;type\&quot;:\&quot;FIGURE_OBJECT\&quot;,\&quot;id\&quot;:\&quot;a8e0a01a-0a1f-4836-9965-f11a7c2ab17d\&quot;,\&quot;relativeTransform\&quot;:{\&quot;translate\&quot;:{\&quot;x\&quot;:-518.8772142364282,\&quot;y\&quot;:78.35073495941278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82\&quot;}},\&quot;7d71908c-d2b2-4bb2-bd18-b1181348b139\&quot;:{\&quot;type\&quot;:\&quot;FIGURE_OBJECT\&quot;,\&quot;id\&quot;:\&quot;7d71908c-d2b2-4bb2-bd18-b1181348b139\&quot;,\&quot;relativeTransform\&quot;:{\&quot;translate\&quot;:{\&quot;x\&quot;:-529.1877678098159,\&quot;y\&quot;:105.26578775770626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85\&quot;}},\&quot;74d2de63-43cf-467f-8d8c-25faa0e28ac3\&quot;:{\&quot;type\&quot;:\&quot;FIGURE_OBJECT\&quot;,\&quot;id\&quot;:\&quot;74d2de63-43cf-467f-8d8c-25faa0e28ac3\&quot;,\&quot;relativeTransform\&quot;:{\&quot;translate\&quot;:{\&quot;x\&quot;:-604.7540832642156,\&quot;y\&quot;:136.28191102058767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87\&quot;}},\&quot;a94b5fe5-9866-4f6b-8978-cca78789b825\&quot;:{\&quot;type\&quot;:\&quot;FIGURE_OBJECT\&quot;,\&quot;id\&quot;:\&quot;a94b5fe5-9866-4f6b-8978-cca78789b825\&quot;,\&quot;relativeTransform\&quot;:{\&quot;translate\&quot;:{\&quot;x\&quot;:-627.9999593078422,\&quot;y\&quot;:167.71528246893942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9\&quot;}},\&quot;bb493f92-1dd3-4ebc-903d-3433467235de\&quot;:{\&quot;type\&quot;:\&quot;FIGURE_OBJECT\&quot;,\&quot;id\&quot;:\&quot;bb493f92-1dd3-4ebc-903d-3433467235de\&quot;,\&quot;relativeTransform\&quot;:{\&quot;translate\&quot;:{\&quot;x\&quot;:-573.1851511071895,\&quot;y\&quot;:144.80366570697552},\&quot;rotate\&quot;:0},\&quot;opacity\&quot;:1,\&quot;path\&quot;:{\&quot;type\&quot;:\&quot;ELLIPSE\&quot;,\&quot;size\&quot;:{\&quot;x\&quot;:15.22736727574196,\&quot;y\&quot;:15.22736727574196}},\&quot;isLocked\&quot;:false,\&quot;pathStyles\&quot;:[{\&quot;type\&quot;:\&quot;FILL\&quot;,\&quot;fillStyle\&quot;:\&quot;rgb(146, 105, 168)\&quot;},{\&quot;type\&quot;:\&quot;STROKE\&quot;,\&quot;strokeStyle\&quot;:\&quot;rgba(0,0,0,0)\&quot;,\&quot;lineWidth\&quot;:3.7139920184736543,\&quot;lineJoin\&quot;:\&quot;round\&quot;}],\&quot;parent\&quot;:{\&quot;type\&quot;:\&quot;CHILD\&quot;,\&quot;parentId\&quot;:\&quot;ba43749a-ceb6-4ef3-8147-ae1fdfda08f1\&quot;,\&quot;order\&quot;:\&quot;95\&quot;}},\&quot;a61a2ce1-3d60-4fe0-a386-35fe9d3d770a\&quot;:{\&quot;type\&quot;:\&quot;FIGURE_OBJECT\&quot;,\&quot;id\&quot;:\&quot;a61a2ce1-3d60-4fe0-a386-35fe9d3d770a\&quot;,\&quot;relativeTransform\&quot;:{\&quot;translate\&quot;:{\&quot;x\&quot;:69.187823936853,\&quot;y\&quot;:-210.23106616648764},\&quot;rotate\&quot;:0,\&quot;skewX\&quot;:0,\&quot;scale\&quot;:{\&quot;x\&quot;:1,\&quot;y\&quot;:1}},\&quot;opacity\&quot;:1,\&quot;path\&quot;:{\&quot;type\&quot;:\&quot;POLY_LINE\&quot;,\&quot;points\&quot;:[{\&quot;x\&quot;:-64.01498322670989,\&quot;y\&quot;:0},{\&quot;x\&quot;:64.01498322670989,\&quot;y\&quot;:0}],\&quot;closed\&quot;:false},\&quot;pathStyles\&quot;:[{\&quot;type\&quot;:\&quot;FILL\&quot;,\&quot;fillStyle\&quot;:\&quot;rgba(0,0,0,0)\&quot;},{\&quot;type\&quot;:\&quot;STROKE\&quot;,\&quot;strokeStyle\&quot;:{\&quot;units\&quot;:\&quot;PATH_LENGTH\&quot;,\&quot;stops\&quot;:{\&quot;0\&quot;:\&quot;#23232300\&quot;,\&quot;1\&quot;:\&quot;#232323\&quot;,\&quot;0.45\&quot;:\&quot;#232323\&quot;}},\&quot;lineWidth\&quot;:2,\&quot;lineJoin\&quot;:\&quot;round\&quot;}],\&quot;pathMarkers\&quot;:{\&quot;markerEnd\&quot;:{\&quot;type\&quot;:\&quot;PATH\&quot;,\&quot;units\&quot;:{\&quot;type\&quot;:\&quot;STROKE_WIDTH\&quot;,\&quot;scale\&quot;:1},\&quot;orient\&quot;:{\&quot;type\&quot;:\&quot;CLIPPED_CHORD\&quot;},\&quot;clipDistance\&quot;:4,\&quot;name\&quot;:\&quot;arrow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0,\&quot;y\&quot;:0,\&quot;isEndPoint\&quot;:true},{\&quot;x\&quot;:-5,\&quot;y\&quot;:-2.5,\&quot;isEndPoint\&quot;:true},{\&quot;x\&quot;:-5,\&quot;y\&quot;:2.5,\&quot;isEndPoint\&quot;:true}],\&quot;closed\&quot;:true}},\&quot;pathStyles\&quot;:[{\&quot;type\&quot;:\&quot;FILL\&quot;,\&quot;fillStyle\&quot;:\&quot;context-stroke-flat\&quot;}]}},\&quot;isLocked\&quot;:false,\&quot;parent\&quot;:{\&quot;type\&quot;:\&quot;CHILD\&quot;,\&quot;parentId\&quot;:\&quot;7330caab-dd57-488a-a91d-fa20d5d58066\&quot;,\&quot;order\&quot;:\&quot;9997\&quot;},\&quot;connectorInfo\&quot;:{\&quot;type\&quot;:\&quot;LINE\&quot;,\&quot;offset\&quot;:{\&quot;x\&quot;:0,\&quot;y\&quot;:0},\&quot;bending\&quot;:0.1,\&quot;customized\&quot;:false}},\&quot;9b0530fe-a1ea-4e40-a983-1528e3802a76\&quot;:{\&quot;type\&quot;:\&quot;FIGURE_OBJECT\&quot;,\&quot;id\&quot;:\&quot;9b0530fe-a1ea-4e40-a983-1528e3802a76\&quot;,\&quot;relativeTransform\&quot;:{\&quot;translate\&quot;:{\&quot;x\&quot;:77.11983239595979,\&quot;y\&quot;:-32.98827249341534},\&quot;rotate\&quot;:0,\&quot;skewX\&quot;:0,\&quot;scale\&quot;:{\&quot;x\&quot;:1,\&quot;y\&quot;:1}},\&quot;opacity\&quot;:1,\&quot;path\&quot;:{\&quot;type\&quot;:\&quot;POLY_LINE\&quot;,\&quot;points\&quot;:[{\&quot;x\&quot;:54.95091480522888,\&quot;y\&quot;:-23.226675330045197},{\&quot;x\&quot;:-54.95091480522888,\&quot;y\&quot;:23.226675330045197}],\&quot;closed\&quot;:false},\&quot;pathStyles\&quot;:[{\&quot;type\&quot;:\&quot;FILL\&quot;,\&quot;fillStyle\&quot;:\&quot;rgba(0,0,0,0)\&quot;},{\&quot;type\&quot;:\&quot;STROKE\&quot;,\&quot;strokeStyle\&quot;:{\&quot;units\&quot;:\&quot;PATH_LENGTH\&quot;,\&quot;stops\&quot;:{\&quot;0\&quot;:\&quot;#23232300\&quot;,\&quot;1\&quot;:\&quot;#232323\&quot;,\&quot;0.45\&quot;:\&quot;#232323\&quot;}},\&quot;lineWidth\&quot;:2,\&quot;lineJoin\&quot;:\&quot;round\&quot;}],\&quot;pathMarkers\&quot;:{\&quot;markerEnd\&quot;:{\&quot;type\&quot;:\&quot;PATH\&quot;,\&quot;units\&quot;:{\&quot;type\&quot;:\&quot;STROKE_WIDTH\&quot;,\&quot;scale\&quot;:1},\&quot;orient\&quot;:{\&quot;type\&quot;:\&quot;CLIPPED_CHORD\&quot;},\&quot;clipDistance\&quot;:4,\&quot;name\&quot;:\&quot;arrow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0,\&quot;y\&quot;:0,\&quot;isEndPoint\&quot;:true},{\&quot;x\&quot;:-5,\&quot;y\&quot;:-2.5,\&quot;isEndPoint\&quot;:true},{\&quot;x\&quot;:-5,\&quot;y\&quot;:2.5,\&quot;isEndPoint\&quot;:true}],\&quot;closed\&quot;:true}},\&quot;pathStyles\&quot;:[{\&quot;type\&quot;:\&quot;FILL\&quot;,\&quot;fillStyle\&quot;:\&quot;context-stroke-flat\&quot;}]}},\&quot;isLocked\&quot;:false,\&quot;parent\&quot;:{\&quot;type\&quot;:\&quot;CHILD\&quot;,\&quot;parentId\&quot;:\&quot;7330caab-dd57-488a-a91d-fa20d5d58066\&quot;,\&quot;order\&quot;:\&quot;9998\&quot;},\&quot;connectorInfo\&quot;:{\&quot;type\&quot;:\&quot;LINE\&quot;,\&quot;offset\&quot;:{\&quot;x\&quot;:0,\&quot;y\&quot;:0},\&quot;bending\&quot;:0.1,\&quot;customized\&quot;:false}},\&quot;aab96f18-9dc9-4c75-973d-e24db04489da\&quot;:{\&quot;type\&quot;:\&quot;FIGURE_OBJECT\&quot;,\&quot;id\&quot;:\&quot;aab96f18-9dc9-4c75-973d-e24db04489da\&quot;,\&quot;relativeTransform\&quot;:{\&quot;translate\&quot;:{\&quot;x\&quot;:77.1203542455646,\&quot;y\&quot;:84.96699063244363},\&quot;rotate\&quot;:0,\&quot;skewX\&quot;:0,\&quot;scale\&quot;:{\&quot;x\&quot;:1,\&quot;y\&quot;:1}},\&quot;opacity\&quot;:1,\&quot;path\&quot;:{\&quot;type\&quot;:\&quot;POLY_LINE\&quot;,\&quot;points\&quot;:[{\&quot;x\&quot;:-69.11352171379298,\&quot;y\&quot;:0},{\&quot;x\&quot;:69.11352171379298,\&quot;y\&quot;:0}],\&quot;closed\&quot;:false},\&quot;pathStyles\&quot;:[{\&quot;type\&quot;:\&quot;FILL\&quot;,\&quot;fillStyle\&quot;:\&quot;rgba(0,0,0,0)\&quot;},{\&quot;type\&quot;:\&quot;STROKE\&quot;,\&quot;strokeStyle\&quot;:{\&quot;units\&quot;:\&quot;PATH_LENGTH\&quot;,\&quot;stops\&quot;:{\&quot;0\&quot;:\&quot;#23232300\&quot;,\&quot;1\&quot;:\&quot;#232323\&quot;,\&quot;0.45\&quot;:\&quot;#232323\&quot;}},\&quot;lineWidth\&quot;:2,\&quot;lineJoin\&quot;:\&quot;round\&quot;}],\&quot;pathMarkers\&quot;:{\&quot;markerEnd\&quot;:{\&quot;type\&quot;:\&quot;PATH\&quot;,\&quot;units\&quot;:{\&quot;type\&quot;:\&quot;STROKE_WIDTH\&quot;,\&quot;scale\&quot;:1},\&quot;orient\&quot;:{\&quot;type\&quot;:\&quot;CLIPPED_CHORD\&quot;},\&quot;clipDistance\&quot;:4,\&quot;name\&quot;:\&quot;arrow\&quot;,\&quot;relativeTransform\&quot;:{\&quot;translate\&quot;:{\&quot;x\&quot;:0,\&quot;y\&quot;:0},\&quot;rotate\&quot;:0,\&quot;skewX\&quot;:0,\&quot;scale\&quot;:{\&quot;x\&quot;:1,\&quot;y\&quot;:1}},\&quot;path\&quot;:{\&quot;type\&quot;:\&quot;SPLINE\&quot;,\&quot;spline\&quot;:{\&quot;points\&quot;:[{\&quot;x\&quot;:0,\&quot;y\&quot;:0,\&quot;isEndPoint\&quot;:true},{\&quot;x\&quot;:-5,\&quot;y\&quot;:-2.5,\&quot;isEndPoint\&quot;:true},{\&quot;x\&quot;:-5,\&quot;y\&quot;:2.5,\&quot;isEndPoint\&quot;:true}],\&quot;closed\&quot;:true}},\&quot;pathStyles\&quot;:[{\&quot;type\&quot;:\&quot;FILL\&quot;,\&quot;fillStyle\&quot;:\&quot;context-stroke-flat\&quot;}]}},\&quot;isLocked\&quot;:false,\&quot;parent\&quot;:{\&quot;type\&quot;:\&quot;CHILD\&quot;,\&quot;parentId\&quot;:\&quot;7330caab-dd57-488a-a91d-fa20d5d58066\&quot;,\&quot;order\&quot;:\&quot;9999\&quot;},\&quot;connectorInfo\&quot;:{\&quot;type\&quot;:\&quot;LINE\&quot;,\&quot;offset\&quot;:{\&quot;x\&quot;:0,\&quot;y\&quot;:0},\&quot;bending\&quot;:0.1,\&quot;customized\&quot;:false}}}},\&quot;migrationVersion\&quot;:46}&quot;,&quot;title&quot;:&quot;Method&quot;,&quot;changeId&quot;:&quot;544b7e4c-f22e-494e-a6f8-04f82421ab2b&quot;}},&quot;source&quot;:{&quot;id&quot;:&quot;69cd918a3860d8c1dcb19651&quot;,&quot;type&quot;:&quot;ILLUSTRATIONS&quot;,&quot;dateAdded&quot;:&quot;2026-04-10T15:01:13.965Z&quot;},&quot;isPremium&quot;:false,&quot;parent&quot;:{&quot;parentId&quot;:&quot;4c03d15e-31c2-44f7-b5da-dfd32ec9fe51&quot;,&quot;type&quot;:&quot;CHILD&quot;,&quot;order&quot;:&quot;5&quot;}},&quot;94e39e7b-3582-46d2-9ae3-70c6ce14c332&quot;:{&quot;id&quot;:&quot;94e39e7b-3582-46d2-9ae3-70c6ce14c332&quot;,&quot;name&quot;:&quot;demographics&quot;,&quot;type&quot;:&quot;FIGURE_OBJECT&quot;,&quot;relativeTransform&quot;:{&quot;translate&quot;:{&quot;x&quot;:0,&quot;y&quot;:0},&quot;rotate&quot;:0,&quot;skewX&quot;:0,&quot;scale&quot;:{&quot;x&quot;:1.0456807556245158,&quot;y&quot;:1.0456807556245158}},&quot;image&quot;:{&quot;url&quot;:&quot;&quot;,&quot;fallbackUrl&quot;:&quot;&quot;,&quot;isPremium&quot;:false,&quot;isSignedURL&quot;:false,&quot;size&quot;:{&quot;x&quot;:1046,&quot;y&quot;:619}},&quot;embedded&quot;:{&quot;illustration&quot;:{&quot;json&quot;:&quot;{\&quot;bioData\&quot;:{\&quot;id\&quot;:\&quot;c5dac81a-7665-43b8-afc5-ddae60826d63\&quot;,\&quot;objects\&quot;:{\&quot;c5dac81a-7665-43b8-afc5-ddae60826d63\&quot;:{\&quot;id\&quot;:\&quot;c5dac81a-7665-43b8-afc5-ddae60826d63\&quot;,\&quot;type\&quot;:\&quot;FIGURE_OBJECT\&quot;,\&quot;document\&quot;:{\&quot;type\&quot;:\&quot;DOCUMENT_GROUP\&quot;,\&quot;canvasType\&quot;:\&quot;FIGURE\&quot;,\&quot;units\&quot;:\&quot;in\&quot;}},\&quot;b60d171e-35d0-4a95-8d10-12ac007e5ed3\&quot;:{\&quot;id\&quot;:\&quot;b60d171e-35d0-4a95-8d10-12ac007e5ed3\&quot;,\&quot;type\&quot;:\&quot;FIGURE_OBJECT\&quot;,\&quot;relativeTransform\&quot;:{\&quot;translate\&quot;:{\&quot;x\&quot;:0,\&quot;y\&quot;:0},\&quot;rotate\&quot;:0,\&quot;skewX\&quot;:0,\&quot;scale\&quot;:{\&quot;x\&quot;:1,\&quot;y\&quot;:1}},\&quot;path\&quot;:{\&quot;type\&quot;:\&quot;RECT\&quot;,\&quot;size\&quot;:{\&quot;x\&quot;:960,\&quot;y\&quot;:672}},\&quot;pathStyles\&quot;:[{\&quot;type\&quot;:\&quot;FILL\&quot;,\&quot;fillStyle\&quot;:\&quot;rgba(0,0,0,0)\&quot;}],\&quot;parent\&quot;:{\&quot;parentId\&quot;:\&quot;c5dac81a-7665-43b8-afc5-ddae60826d63\&quot;,\&quot;type\&quot;:\&quot;FRAME\&quot;,\&quot;order\&quot;:\&quot;5\&quot;}},\&quot;3c16aa99-ba19-45e3-bfd9-bfada3d7ee2c\&quot;:{\&quot;id\&quot;:\&quot;3c16aa99-ba19-45e3-bfd9-bfada3d7ee2c\&quot;,\&quot;type\&quot;:\&quot;FIGURE_OBJECT\&quot;,\&quot;document\&quot;:{\&quot;type\&quot;:\&quot;FIGURE\&quot;,\&quot;canvasType\&quot;:\&quot;FIGURE\&quot;,\&quot;units\&quot;:\&quot;in\&quot;,\&quot;aspectRatio\&quot;:0},\&quot;parent\&quot;:{\&quot;parentId\&quot;:\&quot;c5dac81a-7665-43b8-afc5-ddae60826d63\&quot;,\&quot;type\&quot;:\&quot;DOCUMENT\&quot;,\&quot;order\&quot;:\&quot;5\&quot;}},\&quot;55a631b8-e044-4212-8d01-389a41979445\&quot;:{\&quot;id\&quot;:\&quot;55a631b8-e044-4212-8d01-389a41979445\&quot;,\&quot;type\&quot;:\&quot;FIGURE_OBJECT\&quot;,\&quot;relativeTransform\&quot;:{\&quot;translate\&quot;:{\&quot;x\&quot;:92.2356620853019,\&quot;y\&quot;:-26.625700789723624},\&quot;rotate\&quot;:0,\&quot;skewX\&quot;:0,\&quot;scale\&quot;:{\&quot;x\&quot;:1,\&quot;y\&quot;:1}},\&quot;path\&quot;:{\&quot;type\&quot;:\&quot;RECT\&quot;,\&quot;size\&quot;:{\&quot;x\&quot;:1046.3317294812339,\&quot;y\&quot;:618.7485984205528}},\&quot;pathStyles\&quot;:[{\&quot;type\&quot;:\&quot;FILL\&quot;,\&quot;fillStyle\&quot;:\&quot;rgba(0,0,0,0)\&quot;}],\&quot;parent\&quot;:{\&quot;type\&quot;:\&quot;FRAME\&quot;,\&quot;parentId\&quot;:\&quot;3c16aa99-ba19-45e3-bfd9-bfada3d7ee2c\&quot;,\&quot;order\&quot;:\&quot;5\&quot;}},\&quot;7c0a45ba-dd8e-43a7-86a5-f22809d07853\&quot;:{\&quot;id\&quot;:\&quot;7c0a45ba-dd8e-43a7-86a5-f22809d07853\&quot;,\&quot;type\&quot;:\&quot;FIGURE_OBJECT\&quot;,\&quot;guide\&quot;:{\&quot;type\&quot;:\&quot;GRID\&quot;,\&quot;distance\&quot;:0.5,\&quot;units\&quot;:\&quot;in\&quot;},\&quot;parent\&quot;:{\&quot;parentId\&quot;:\&quot;c5dac81a-7665-43b8-afc5-ddae60826d63\&quot;,\&quot;type\&quot;:\&quot;GUIDE\&quot;,\&quot;order\&quot;:\&quot;5\&quot;}},\&quot;ef45a798-3686-4d18-a602-db8ca794336a\&quot;:{\&quot;id\&quot;:\&quot;ef45a798-3686-4d18-a602-db8ca794336a\&quot;,\&quot;type\&quot;:\&quot;FIGURE_OBJECT\&quot;,\&quot;relativeTransform\&quot;:{\&quot;translate\&quot;:{\&quot;x\&quot;:-303.631679822897,\&quot;y\&quot;:-280.7455883056032},\&quot;rotate\&quot;:0},\&quot;text\&quot;:{\&quot;textData\&quot;:{\&quot;lineSpacing\&quot;:\&quot;normal\&quot;,\&quot;alignment\&quot;:\&quot;center\&quot;,\&quot;verticalAlign\&quot;:\&quot;TOP\&quot;,\&quot;lines\&quot;:[{\&quot;runs\&quot;:[{\&quot;range\&quot;:[0,8],\&quot;style\&quot;:{\&quot;color\&quot;:\&quot;rgba(0,0,0,1)\&quot;,\&quot;fontFamily\&quot;:\&quot;Roboto\&quot;,\&quot;decoration\&quot;:\&quot;none\&quot;,\&quot;fontSize\&quot;:31.333333333333332,\&quot;fontWeight\&quot;:\&quot;bold\&quot;,\&quot;fontStyle\&quot;:\&quot;normal\&quot;}}],\&quot;text\&quot;:\&quot;Variable\&quot;,\&quot;baseStyle\&quot;:{\&quot;fontFamily\&quot;:\&quot;Roboto\&quot;,\&quot;fontSize\&quot;:31.333333333333332,\&quot;color\&quot;:\&quot;black\&quot;,\&quot;fontWeight\&quot;:\&quot;bold\&quot;,\&quot;fontStyle\&quot;:\&quot;normal\&quot;,\&quot;decoration\&quot;:\&quot;none\&quot;}}]},\&quot;format\&quot;:\&quot;BETTER_TEXT\&quot;,\&quot;size\&quot;:{\&quot;x\&quot;:410.949716920642,\&quot;y\&quot;:37},\&quot;targetSize\&quot;:{\&quot;x\&quot;:410.949716920642,\&quot;y\&quot;:37}},\&quot;tableCellBinding\&quot;:{\&quot;row\&quot;:0,\&quot;column\&quot;:0},\&quot;parent\&quot;:{\&quot;type\&quot;:\&quot;CHILD\&quot;,\&quot;parentId\&quot;:\&quot;007e1bb4-bb07-4c99-b200-2d00060fdad5\&quot;,\&quot;order\&quot;:\&quot;7\&quot;}},\&quot;b9b6a667-e755-4813-94dc-b77a1c9534bf\&quot;:{\&quot;id\&quot;:\&quot;b9b6a667-e755-4813-94dc-b77a1c9534bf\&quot;,\&quot;type\&quot;:\&quot;FIGURE_OBJECT\&quot;,\&quot;relativeTransform\&quot;:{\&quot;translate\&quot;:{\&quot;x\&quot;:62.582837956173165,\&quot;y\&quot;:-280.7455883056032},\&quot;rotate\&quot;:0},\&quot;text\&quot;:{\&quot;textData\&quot;:{\&quot;lineSpacing\&quot;:\&quot;normal\&quot;,\&quot;alignment\&quot;:\&quot;center\&quot;,\&quot;verticalAlign\&quot;:\&quot;TOP\&quot;,\&quot;lines\&quot;:[{\&quot;runs\&quot;:[{\&quot;range\&quot;:[0,3],\&quot;style\&quot;:{\&quot;color\&quot;:\&quot;rgba(0,0,0,1)\&quot;,\&quot;fontFamily\&quot;:\&quot;Roboto\&quot;,\&quot;decoration\&quot;:\&quot;none\&quot;,\&quot;fontSize\&quot;:31.333333333333332,\&quot;fontWeight\&quot;:\&quot;bold\&quot;,\&quot;fontStyle\&quot;:\&quot;normal\&quot;}}],\&quot;text\&quot;:\&quot;AGP\&quot;,\&quot;baseStyle\&quot;:{\&quot;fontFamily\&quot;:\&quot;Roboto\&quot;,\&quot;fontSize\&quot;:31.333333333333332,\&quot;color\&quot;:\&quot;black\&quot;,\&quot;fontWeight\&quot;:\&quot;bold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0,\&quot;column\&quot;:1},\&quot;parent\&quot;:{\&quot;type\&quot;:\&quot;CHILD\&quot;,\&quot;parentId\&quot;:\&quot;007e1bb4-bb07-4c99-b200-2d00060fdad5\&quot;,\&quot;order\&quot;:\&quot;8\&quot;}},\&quot;2c7a2ef8-1786-4961-a59a-80801e7e1e8b\&quot;:{\&quot;id\&quot;:\&quot;2c7a2ef8-1786-4961-a59a-80801e7e1e8b\&quot;,\&quot;type\&quot;:\&quot;FIGURE_OBJECT\&quot;,\&quot;relativeTransform\&quot;:{\&quot;translate\&quot;:{\&quot;x\&quot;:366.2145177790702,\&quot;y\&quot;:-280.7455883056032},\&quot;rotate\&quot;:0},\&quot;text\&quot;:{\&quot;textData\&quot;:{\&quot;lineSpacing\&quot;:\&quot;normal\&quot;,\&quot;alignment\&quot;:\&quot;center\&quot;,\&quot;verticalAlign\&quot;:\&quot;TOP\&quot;,\&quot;lines\&quot;:[{\&quot;runs\&quot;:[{\&quot;range\&quot;:[0,3],\&quot;style\&quot;:{\&quot;color\&quot;:\&quot;rgba(0,0,0,1)\&quot;,\&quot;fontFamily\&quot;:\&quot;Roboto\&quot;,\&quot;decoration\&quot;:\&quot;none\&quot;,\&quot;fontSize\&quot;:31.333333333333332,\&quot;fontWeight\&quot;:\&quot;bold\&quot;,\&quot;fontStyle\&quot;:\&quot;normal\&quot;}}],\&quot;text\&quot;:\&quot;UKB\&quot;,\&quot;baseStyle\&quot;:{\&quot;fontFamily\&quot;:\&quot;Roboto\&quot;,\&quot;fontSize\&quot;:31.333333333333332,\&quot;color\&quot;:\&quot;black\&quot;,\&quot;fontWeight\&quot;:\&quot;bold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0,\&quot;column\&quot;:2},\&quot;parent\&quot;:{\&quot;type\&quot;:\&quot;CHILD\&quot;,\&quot;parentId\&quot;:\&quot;007e1bb4-bb07-4c99-b200-2d00060fdad5\&quot;,\&quot;order\&quot;:\&quot;9\&quot;}},\&quot;fb564816-8faa-4301-bc7d-1352e9fb3ede\&quot;:{\&quot;id\&quot;:\&quot;fb564816-8faa-4301-bc7d-1352e9fb3ede\&quot;,\&quot;type\&quot;:\&quot;FIGURE_OBJECT\&quot;,\&quot;relativeTransform\&quot;:{\&quot;translate\&quot;:{\&quot;x\&quot;:-303.631679822897,\&quot;y\&quot;:-225.89794949100187},\&quot;rotate\&quot;:0},\&quot;text\&quot;:{\&quot;textData\&quot;:{\&quot;lineSpacing\&quot;:\&quot;normal\&quot;,\&quot;alignment\&quot;:\&quot;center\&quot;,\&quot;verticalAlign\&quot;:\&quot;TOP\&quot;,\&quot;lines\&quot;:[{\&quot;runs\&quot;:[{\&quot;range\&quot;:[0,1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N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410.949716920642,\&quot;y\&quot;:37},\&quot;targetSize\&quot;:{\&quot;x\&quot;:410.949716920642,\&quot;y\&quot;:37}},\&quot;tableCellBinding\&quot;:{\&quot;row\&quot;:1,\&quot;column\&quot;:0},\&quot;parent\&quot;:{\&quot;type\&quot;:\&quot;CHILD\&quot;,\&quot;parentId\&quot;:\&quot;007e1bb4-bb07-4c99-b200-2d00060fdad5\&quot;,\&quot;order\&quot;:\&quot;97\&quot;}},\&quot;1a795c4d-a259-4cbd-8626-de571f182d9a\&quot;:{\&quot;id\&quot;:\&quot;1a795c4d-a259-4cbd-8626-de571f182d9a\&quot;,\&quot;type\&quot;:\&quot;FIGURE_OBJECT\&quot;,\&quot;relativeTransform\&quot;:{\&quot;translate\&quot;:{\&quot;x\&quot;:62.582837956173165,\&quot;y\&quot;:-225.89794949100187},\&quot;rotate\&quot;:0},\&quot;text\&quot;:{\&quot;textData\&quot;:{\&quot;lineSpacing\&quot;:\&quot;normal\&quot;,\&quot;alignment\&quot;:\&quot;center\&quot;,\&quot;verticalAlign\&quot;:\&quot;TOP\&quot;,\&quot;lines\&quot;:[{\&quot;runs\&quot;:[{\&quot;range\&quot;:[0,5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9,559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1,\&quot;column\&quot;:1},\&quot;parent\&quot;:{\&quot;type\&quot;:\&quot;CHILD\&quot;,\&quot;parentId\&quot;:\&quot;007e1bb4-bb07-4c99-b200-2d00060fdad5\&quot;,\&quot;order\&quot;:\&quot;98\&quot;}},\&quot;e7b950d5-21b2-4b30-b81a-a2f2a08015ce\&quot;:{\&quot;id\&quot;:\&quot;e7b950d5-21b2-4b30-b81a-a2f2a08015ce\&quot;,\&quot;type\&quot;:\&quot;FIGURE_OBJECT\&quot;,\&quot;relativeTransform\&quot;:{\&quot;translate\&quot;:{\&quot;x\&quot;:366.2145177790702,\&quot;y\&quot;:-225.89794949100187},\&quot;rotate\&quot;:0},\&quot;text\&quot;:{\&quot;textData\&quot;:{\&quot;lineSpacing\&quot;:\&quot;normal\&quot;,\&quot;alignment\&quot;:\&quot;center\&quot;,\&quot;verticalAlign\&quot;:\&quot;TOP\&quot;,\&quot;lines\&quot;:[{\&quot;runs\&quot;:[{\&quot;range\&quot;:[0,7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117,909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1,\&quot;column\&quot;:2},\&quot;parent\&quot;:{\&quot;type\&quot;:\&quot;CHILD\&quot;,\&quot;parentId\&quot;:\&quot;007e1bb4-bb07-4c99-b200-2d00060fdad5\&quot;,\&quot;order\&quot;:\&quot;99\&quot;}},\&quot;c985bab4-cbd5-4150-91a0-f653a894d3f5\&quot;:{\&quot;id\&quot;:\&quot;c985bab4-cbd5-4150-91a0-f653a894d3f5\&quot;,\&quot;type\&quot;:\&quot;FIGURE_OBJECT\&quot;,\&quot;relativeTransform\&quot;:{\&quot;translate\&quot;:{\&quot;x\&quot;:-303.631679822897,\&quot;y\&quot;:-171.0503106764005},\&quot;rotate\&quot;:0},\&quot;text\&quot;:{\&quot;textData\&quot;:{\&quot;lineSpacing\&quot;:\&quot;normal\&quot;,\&quot;alignment\&quot;:\&quot;center\&quot;,\&quot;verticalAlign\&quot;:\&quot;TOP\&quot;,\&quot;lines\&quot;:[{\&quot;runs\&quot;:[{\&quot;range\&quot;:[0,10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Age, years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410.949716920642,\&quot;y\&quot;:37},\&quot;targetSize\&quot;:{\&quot;x\&quot;:410.949716920642,\&quot;y\&quot;:37}},\&quot;tableCellBinding\&quot;:{\&quot;row\&quot;:2,\&quot;column\&quot;:0},\&quot;parent\&quot;:{\&quot;type\&quot;:\&quot;CHILD\&quot;,\&quot;parentId\&quot;:\&quot;007e1bb4-bb07-4c99-b200-2d00060fdad5\&quot;,\&quot;order\&quot;:\&quot;997\&quot;}},\&quot;fdd6889e-0166-4aab-bc73-53e79be42bb0\&quot;:{\&quot;id\&quot;:\&quot;fdd6889e-0166-4aab-bc73-53e79be42bb0\&quot;,\&quot;type\&quot;:\&quot;FIGURE_OBJECT\&quot;,\&quot;relativeTransform\&quot;:{\&quot;translate\&quot;:{\&quot;x\&quot;:62.582837956173165,\&quot;y\&quot;:-171.0503106764005},\&quot;rotate\&quot;:0},\&quot;text\&quot;:{\&quot;textData\&quot;:{\&quot;lineSpacing\&quot;:\&quot;normal\&quot;,\&quot;alignment\&quot;:\&quot;center\&quot;,\&quot;verticalAlign\&quot;:\&quot;TOP\&quot;,\&quot;lines\&quot;:[{\&quot;runs\&quot;:[{\&quot;range\&quot;:[0,11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46.0 ± 17.2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2,\&quot;column\&quot;:1},\&quot;parent\&quot;:{\&quot;type\&quot;:\&quot;CHILD\&quot;,\&quot;parentId\&quot;:\&quot;007e1bb4-bb07-4c99-b200-2d00060fdad5\&quot;,\&quot;order\&quot;:\&quot;998\&quot;}},\&quot;0dc4417d-cfd1-4888-b9f5-b92fb7239d24\&quot;:{\&quot;id\&quot;:\&quot;0dc4417d-cfd1-4888-b9f5-b92fb7239d24\&quot;,\&quot;type\&quot;:\&quot;FIGURE_OBJECT\&quot;,\&quot;relativeTransform\&quot;:{\&quot;translate\&quot;:{\&quot;x\&quot;:366.2145177790702,\&quot;y\&quot;:-171.0503106764005},\&quot;rotate\&quot;:0},\&quot;text\&quot;:{\&quot;textData\&quot;:{\&quot;lineSpacing\&quot;:\&quot;normal\&quot;,\&quot;alignment\&quot;:\&quot;center\&quot;,\&quot;verticalAlign\&quot;:\&quot;TOP\&quot;,\&quot;lines\&quot;:[{\&quot;runs\&quot;:[{\&quot;range\&quot;:[0,10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56.0 ± 8.1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2,\&quot;column\&quot;:2},\&quot;parent\&quot;:{\&quot;type\&quot;:\&quot;CHILD\&quot;,\&quot;parentId\&quot;:\&quot;007e1bb4-bb07-4c99-b200-2d00060fdad5\&quot;,\&quot;order\&quot;:\&quot;999\&quot;}},\&quot;3ab6d158-dc08-47bb-99e6-d55b925a8d87\&quot;:{\&quot;id\&quot;:\&quot;3ab6d158-dc08-47bb-99e6-d55b925a8d87\&quot;,\&quot;type\&quot;:\&quot;FIGURE_OBJECT\&quot;,\&quot;relativeTransform\&quot;:{\&quot;translate\&quot;:{\&quot;x\&quot;:-303.631679822897,\&quot;y\&quot;:-116.20267186179913},\&quot;rotate\&quot;:0},\&quot;text\&quot;:{\&quot;textData\&quot;:{\&quot;lineSpacing\&quot;:\&quot;normal\&quot;,\&quot;alignment\&quot;:\&quot;center\&quot;,\&quot;verticalAlign\&quot;:\&quot;TOP\&quot;,\&quot;lines\&quot;:[{\&quot;runs\&quot;:[{\&quot;range\&quot;:[0,10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BMI, kg/m²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410.949716920642,\&quot;y\&quot;:37},\&quot;targetSize\&quot;:{\&quot;x\&quot;:410.949716920642,\&quot;y\&quot;:37}},\&quot;tableCellBinding\&quot;:{\&quot;row\&quot;:3,\&quot;column\&quot;:0},\&quot;parent\&quot;:{\&quot;type\&quot;:\&quot;CHILD\&quot;,\&quot;parentId\&quot;:\&quot;007e1bb4-bb07-4c99-b200-2d00060fdad5\&quot;,\&quot;order\&quot;:\&quot;9997\&quot;}},\&quot;2e8fd44b-71ff-4763-ac32-6f082f3128c3\&quot;:{\&quot;id\&quot;:\&quot;2e8fd44b-71ff-4763-ac32-6f082f3128c3\&quot;,\&quot;type\&quot;:\&quot;FIGURE_OBJECT\&quot;,\&quot;relativeTransform\&quot;:{\&quot;translate\&quot;:{\&quot;x\&quot;:62.582837956173165,\&quot;y\&quot;:-116.20267186179913},\&quot;rotate\&quot;:0},\&quot;text\&quot;:{\&quot;textData\&quot;:{\&quot;lineSpacing\&quot;:\&quot;normal\&quot;,\&quot;alignment\&quot;:\&quot;center\&quot;,\&quot;verticalAlign\&quot;:\&quot;TOP\&quot;,\&quot;lines\&quot;:[{\&quot;runs\&quot;:[{\&quot;range\&quot;:[0,10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24.0 ± 5.1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3,\&quot;column\&quot;:1},\&quot;parent\&quot;:{\&quot;type\&quot;:\&quot;CHILD\&quot;,\&quot;parentId\&quot;:\&quot;007e1bb4-bb07-4c99-b200-2d00060fdad5\&quot;,\&quot;order\&quot;:\&quot;9998\&quot;}},\&quot;235b7a59-b80d-41b4-ba83-eb50388bb138\&quot;:{\&quot;id\&quot;:\&quot;235b7a59-b80d-41b4-ba83-eb50388bb138\&quot;,\&quot;type\&quot;:\&quot;FIGURE_OBJECT\&quot;,\&quot;relativeTransform\&quot;:{\&quot;translate\&quot;:{\&quot;x\&quot;:366.2145177790702,\&quot;y\&quot;:-116.20267186179913},\&quot;rotate\&quot;:0},\&quot;text\&quot;:{\&quot;textData\&quot;:{\&quot;lineSpacing\&quot;:\&quot;normal\&quot;,\&quot;alignment\&quot;:\&quot;center\&quot;,\&quot;verticalAlign\&quot;:\&quot;TOP\&quot;,\&quot;lines\&quot;:[{\&quot;runs\&quot;:[{\&quot;range\&quot;:[0,10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27.1 ± 4.7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3,\&quot;column\&quot;:2},\&quot;parent\&quot;:{\&quot;type\&quot;:\&quot;CHILD\&quot;,\&quot;parentId\&quot;:\&quot;007e1bb4-bb07-4c99-b200-2d00060fdad5\&quot;,\&quot;order\&quot;:\&quot;9999\&quot;}},\&quot;91202c5a-4545-4501-ae11-2836b136b1ce\&quot;:{\&quot;id\&quot;:\&quot;91202c5a-4545-4501-ae11-2836b136b1ce\&quot;,\&quot;type\&quot;:\&quot;FIGURE_OBJECT\&quot;,\&quot;relativeTransform\&quot;:{\&quot;translate\&quot;:{\&quot;x\&quot;:-303.631679822897,\&quot;y\&quot;:-58.10133593089959},\&quot;rotate\&quot;:0},\&quot;text\&quot;:{\&quot;textData\&quot;:{\&quot;lineSpacing\&quot;:\&quot;normal\&quot;,\&quot;alignment\&quot;:\&quot;center\&quot;,\&quot;verticalAlign\&quot;:\&quot;TOP\&quot;,\&quot;lines\&quot;:[{\&quot;runs\&quot;:[{\&quot;range\&quot;:[0,10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Female sex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410.949716920642,\&quot;y\&quot;:43.50739423259641},\&quot;targetSize\&quot;:{\&quot;x\&quot;:410.949716920642,\&quot;y\&quot;:43.50739423259641}},\&quot;tableCellBinding\&quot;:{\&quot;row\&quot;:4,\&quot;column\&quot;:0},\&quot;parent\&quot;:{\&quot;type\&quot;:\&quot;CHILD\&quot;,\&quot;parentId\&quot;:\&quot;007e1bb4-bb07-4c99-b200-2d00060fdad5\&quot;,\&quot;order\&quot;:\&quot;99997\&quot;}},\&quot;af82c360-c5f1-4dc1-8767-5e9ddad1deb6\&quot;:{\&quot;id\&quot;:\&quot;af82c360-c5f1-4dc1-8767-5e9ddad1deb6\&quot;,\&quot;type\&quot;:\&quot;FIGURE_OBJECT\&quot;,\&quot;relativeTransform\&quot;:{\&quot;translate\&quot;:{\&quot;x\&quot;:62.582837956173165,\&quot;y\&quot;:-58.10133593089959},\&quot;rotate\&quot;:0},\&quot;text\&quot;:{\&quot;textData\&quot;:{\&quot;lineSpacing\&quot;:\&quot;normal\&quot;,\&quot;alignment\&quot;:\&quot;center\&quot;,\&quot;verticalAlign\&quot;:\&quot;TOP\&quot;,\&quot;lines\&quot;:[{\&quot;runs\&quot;:[{\&quot;range\&quot;:[0,13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5,125 (53.6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43.50739423259641},\&quot;targetSize\&quot;:{\&quot;x\&quot;:285.78404100829573,\&quot;y\&quot;:43.50739423259641}},\&quot;tableCellBinding\&quot;:{\&quot;row\&quot;:4,\&quot;column\&quot;:1},\&quot;parent\&quot;:{\&quot;type\&quot;:\&quot;CHILD\&quot;,\&quot;parentId\&quot;:\&quot;007e1bb4-bb07-4c99-b200-2d00060fdad5\&quot;,\&quot;order\&quot;:\&quot;99998\&quot;}},\&quot;0fa3ad22-e829-447b-84ce-39d5540b37b3\&quot;:{\&quot;id\&quot;:\&quot;0fa3ad22-e829-447b-84ce-39d5540b37b3\&quot;,\&quot;type\&quot;:\&quot;FIGURE_OBJECT\&quot;,\&quot;relativeTransform\&quot;:{\&quot;translate\&quot;:{\&quot;x\&quot;:366.2145177790702,\&quot;y\&quot;:-58.10133593089959},\&quot;rotate\&quot;:0},\&quot;text\&quot;:{\&quot;textData\&quot;:{\&quot;lineSpacing\&quot;:\&quot;normal\&quot;,\&quot;alignment\&quot;:\&quot;center\&quot;,\&quot;verticalAlign\&quot;:\&quot;TOP\&quot;,\&quot;lines\&quot;:[{\&quot;runs\&quot;:[{\&quot;range\&quot;:[0,14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64,832 (55.0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43.50739423259641},\&quot;targetSize\&quot;:{\&quot;x\&quot;:285.78404100829573,\&quot;y\&quot;:43.50739423259641}},\&quot;tableCellBinding\&quot;:{\&quot;row\&quot;:4,\&quot;column\&quot;:2},\&quot;parent\&quot;:{\&quot;type\&quot;:\&quot;CHILD\&quot;,\&quot;parentId\&quot;:\&quot;007e1bb4-bb07-4c99-b200-2d00060fdad5\&quot;,\&quot;order\&quot;:\&quot;99999\&quot;}},\&quot;4baf5234-de74-483e-a208-72cac324d8ea\&quot;:{\&quot;id\&quot;:\&quot;4baf5234-de74-483e-a208-72cac324d8ea\&quot;,\&quot;type\&quot;:\&quot;FIGURE_OBJECT\&quot;,\&quot;relativeTransform\&quot;:{\&quot;translate\&quot;:{\&quot;x\&quot;:-303.631679822897,\&quot;y\&quot;:3.2536971162981843},\&quot;rotate\&quot;:0},\&quot;text\&quot;:{\&quot;textData\&quot;:{\&quot;lineSpacing\&quot;:\&quot;normal\&quot;,\&quot;alignment\&quot;:\&quot;center\&quot;,\&quot;verticalAlign\&quot;:\&quot;TOP\&quot;,\&quot;lines\&quot;:[{\&quot;runs\&quot;:[{\&quot;range\&quot;:[0,9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Caucasian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410.949716920642,\&quot;y\&quot;:43.50739423259641},\&quot;targetSize\&quot;:{\&quot;x\&quot;:410.949716920642,\&quot;y\&quot;:43.50739423259641}},\&quot;tableCellBinding\&quot;:{\&quot;row\&quot;:5,\&quot;column\&quot;:0},\&quot;parent\&quot;:{\&quot;type\&quot;:\&quot;CHILD\&quot;,\&quot;parentId\&quot;:\&quot;007e1bb4-bb07-4c99-b200-2d00060fdad5\&quot;,\&quot;order\&quot;:\&quot;9999997\&quot;}},\&quot;7e6a88eb-f346-4990-bda6-3368f94b63dc\&quot;:{\&quot;id\&quot;:\&quot;7e6a88eb-f346-4990-bda6-3368f94b63dc\&quot;,\&quot;type\&quot;:\&quot;FIGURE_OBJECT\&quot;,\&quot;relativeTransform\&quot;:{\&quot;translate\&quot;:{\&quot;x\&quot;:62.582837956173165,\&quot;y\&quot;:3.2536971162981843},\&quot;rotate\&quot;:0},\&quot;text\&quot;:{\&quot;textData\&quot;:{\&quot;lineSpacing\&quot;:\&quot;normal\&quot;,\&quot;alignment\&quot;:\&quot;center\&quot;,\&quot;verticalAlign\&quot;:\&quot;TOP\&quot;,\&quot;lines\&quot;:[{\&quot;runs\&quot;:[{\&quot;range\&quot;:[0,13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8,447 (88.4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43.50739423259641},\&quot;targetSize\&quot;:{\&quot;x\&quot;:285.78404100829573,\&quot;y\&quot;:43.50739423259641}},\&quot;tableCellBinding\&quot;:{\&quot;row\&quot;:5,\&quot;column\&quot;:1},\&quot;parent\&quot;:{\&quot;type\&quot;:\&quot;CHILD\&quot;,\&quot;parentId\&quot;:\&quot;007e1bb4-bb07-4c99-b200-2d00060fdad5\&quot;,\&quot;order\&quot;:\&quot;9999998\&quot;}},\&quot;8abbe174-7c20-4093-a620-0b23f75ddb12\&quot;:{\&quot;id\&quot;:\&quot;8abbe174-7c20-4093-a620-0b23f75ddb12\&quot;,\&quot;type\&quot;:\&quot;FIGURE_OBJECT\&quot;,\&quot;relativeTransform\&quot;:{\&quot;translate\&quot;:{\&quot;x\&quot;:366.2145177790702,\&quot;y\&quot;:3.2536971162981843},\&quot;rotate\&quot;:0},\&quot;text\&quot;:{\&quot;textData\&quot;:{\&quot;lineSpacing\&quot;:\&quot;normal\&quot;,\&quot;alignment\&quot;:\&quot;center\&quot;,\&quot;verticalAlign\&quot;:\&quot;TOP\&quot;,\&quot;lines\&quot;:[{\&quot;runs\&quot;:[{\&quot;range\&quot;:[0,15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110,452 (93.7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43.50739423259641},\&quot;targetSize\&quot;:{\&quot;x\&quot;:285.78404100829573,\&quot;y\&quot;:43.50739423259641}},\&quot;tableCellBinding\&quot;:{\&quot;row\&quot;:5,\&quot;column\&quot;:2},\&quot;parent\&quot;:{\&quot;type\&quot;:\&quot;CHILD\&quot;,\&quot;parentId\&quot;:\&quot;007e1bb4-bb07-4c99-b200-2d00060fdad5\&quot;,\&quot;order\&quot;:\&quot;9999999\&quot;}},\&quot;63ca6c66-407b-4c8e-9ffe-fcbe92fea6e6\&quot;:{\&quot;id\&quot;:\&quot;63ca6c66-407b-4c8e-9ffe-fcbe92fea6e6\&quot;,\&quot;type\&quot;:\&quot;FIGURE_OBJECT\&quot;,\&quot;relativeTransform\&quot;:{\&quot;translate\&quot;:{\&quot;x\&quot;:-303.631679822897,\&quot;y\&quot;:61.35503304719774},\&quot;rotate\&quot;:0},\&quot;text\&quot;:{\&quot;textData\&quot;:{\&quot;lineSpacing\&quot;:\&quot;normal\&quot;,\&quot;alignment\&quot;:\&quot;center\&quot;,\&quot;verticalAlign\&quot;:\&quot;TOP\&quot;,\&quot;lines\&quot;:[{\&quot;runs\&quot;:[{\&quot;range\&quot;:[0,25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Asian or Pacific Islander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410.949716920642,\&quot;y\&quot;:37},\&quot;targetSize\&quot;:{\&quot;x\&quot;:410.949716920642,\&quot;y\&quot;:37}},\&quot;tableCellBinding\&quot;:{\&quot;row\&quot;:6,\&quot;column\&quot;:0},\&quot;parent\&quot;:{\&quot;type\&quot;:\&quot;CHILD\&quot;,\&quot;parentId\&quot;:\&quot;007e1bb4-bb07-4c99-b200-2d00060fdad5\&quot;,\&quot;order\&quot;:\&quot;99999997\&quot;}},\&quot;26e518fd-7b55-44cc-9676-6c961a175898\&quot;:{\&quot;id\&quot;:\&quot;26e518fd-7b55-44cc-9676-6c961a175898\&quot;,\&quot;type\&quot;:\&quot;FIGURE_OBJECT\&quot;,\&quot;relativeTransform\&quot;:{\&quot;translate\&quot;:{\&quot;x\&quot;:62.582837956173165,\&quot;y\&quot;:61.35503304719774},\&quot;rotate\&quot;:0},\&quot;text\&quot;:{\&quot;textData\&quot;:{\&quot;lineSpacing\&quot;:\&quot;normal\&quot;,\&quot;alignment\&quot;:\&quot;center\&quot;,\&quot;verticalAlign\&quot;:\&quot;TOP\&quot;,\&quot;lines\&quot;:[{\&quot;runs\&quot;:[{\&quot;range\&quot;:[0,10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456 (4.8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6,\&quot;column\&quot;:1},\&quot;parent\&quot;:{\&quot;type\&quot;:\&quot;CHILD\&quot;,\&quot;parentId\&quot;:\&quot;007e1bb4-bb07-4c99-b200-2d00060fdad5\&quot;,\&quot;order\&quot;:\&quot;99999998\&quot;}},\&quot;ee083c3e-368a-4a22-8308-704cc6e2fded\&quot;:{\&quot;id\&quot;:\&quot;ee083c3e-368a-4a22-8308-704cc6e2fded\&quot;,\&quot;type\&quot;:\&quot;FIGURE_OBJECT\&quot;,\&quot;relativeTransform\&quot;:{\&quot;translate\&quot;:{\&quot;x\&quot;:366.2145177790702,\&quot;y\&quot;:61.35503304719774},\&quot;rotate\&quot;:0},\&quot;text\&quot;:{\&quot;textData\&quot;:{\&quot;lineSpacing\&quot;:\&quot;normal\&quot;,\&quot;alignment\&quot;:\&quot;center\&quot;,\&quot;verticalAlign\&quot;:\&quot;TOP\&quot;,\&quot;lines\&quot;:[{\&quot;runs\&quot;:[{\&quot;range\&quot;:[0,12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2,931 (2.5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6,\&quot;column\&quot;:2},\&quot;parent\&quot;:{\&quot;type\&quot;:\&quot;CHILD\&quot;,\&quot;parentId\&quot;:\&quot;007e1bb4-bb07-4c99-b200-2d00060fdad5\&quot;,\&quot;order\&quot;:\&quot;99999999\&quot;}},\&quot;c01407af-c1ec-45ae-9daf-155943d6cef5\&quot;:{\&quot;id\&quot;:\&quot;c01407af-c1ec-45ae-9daf-155943d6cef5\&quot;,\&quot;type\&quot;:\&quot;FIGURE_OBJECT\&quot;,\&quot;relativeTransform\&quot;:{\&quot;translate\&quot;:{\&quot;x\&quot;:-303.631679822897,\&quot;y\&quot;:116.20267186179908},\&quot;rotate\&quot;:0},\&quot;text\&quot;:{\&quot;textData\&quot;:{\&quot;lineSpacing\&quot;:\&quot;normal\&quot;,\&quot;alignment\&quot;:\&quot;center\&quot;,\&quot;verticalAlign\&quot;:\&quot;TOP\&quot;,\&quot;lines\&quot;:[{\&quot;runs\&quot;:[{\&quot;range\&quot;:[0,16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African American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410.949716920642,\&quot;y\&quot;:37},\&quot;targetSize\&quot;:{\&quot;x\&quot;:410.949716920642,\&quot;y\&quot;:37}},\&quot;tableCellBinding\&quot;:{\&quot;row\&quot;:7,\&quot;column\&quot;:0},\&quot;parent\&quot;:{\&quot;type\&quot;:\&quot;CHILD\&quot;,\&quot;parentId\&quot;:\&quot;007e1bb4-bb07-4c99-b200-2d00060fdad5\&quot;,\&quot;order\&quot;:\&quot;999999997\&quot;}},\&quot;9e325304-0a5c-485a-afdb-4a756dda80fe\&quot;:{\&quot;id\&quot;:\&quot;9e325304-0a5c-485a-afdb-4a756dda80fe\&quot;,\&quot;type\&quot;:\&quot;FIGURE_OBJECT\&quot;,\&quot;relativeTransform\&quot;:{\&quot;translate\&quot;:{\&quot;x\&quot;:62.582837956173165,\&quot;y\&quot;:116.20267186179908},\&quot;rotate\&quot;:0},\&quot;text\&quot;:{\&quot;textData\&quot;:{\&quot;lineSpacing\&quot;:\&quot;normal\&quot;,\&quot;alignment\&quot;:\&quot;center\&quot;,\&quot;verticalAlign\&quot;:\&quot;TOP\&quot;,\&quot;lines\&quot;:[{\&quot;runs\&quot;:[{\&quot;range\&quot;:[0,9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82 (0.9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7,\&quot;column\&quot;:1},\&quot;parent\&quot;:{\&quot;type\&quot;:\&quot;CHILD\&quot;,\&quot;parentId\&quot;:\&quot;007e1bb4-bb07-4c99-b200-2d00060fdad5\&quot;,\&quot;order\&quot;:\&quot;999999998\&quot;}},\&quot;c2448df5-d2d6-4690-ba09-7527811bf2cd\&quot;:{\&quot;id\&quot;:\&quot;c2448df5-d2d6-4690-ba09-7527811bf2cd\&quot;,\&quot;type\&quot;:\&quot;FIGURE_OBJECT\&quot;,\&quot;relativeTransform\&quot;:{\&quot;translate\&quot;:{\&quot;x\&quot;:366.2145177790702,\&quot;y\&quot;:116.20267186179908},\&quot;rotate\&quot;:0},\&quot;text\&quot;:{\&quot;textData\&quot;:{\&quot;lineSpacing\&quot;:\&quot;normal\&quot;,\&quot;alignment\&quot;:\&quot;center\&quot;,\&quot;verticalAlign\&quot;:\&quot;TOP\&quot;,\&quot;lines\&quot;:[{\&quot;runs\&quot;:[{\&quot;range\&quot;:[0,12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2,204 (1.9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7,\&quot;column\&quot;:2},\&quot;parent\&quot;:{\&quot;type\&quot;:\&quot;CHILD\&quot;,\&quot;parentId\&quot;:\&quot;007e1bb4-bb07-4c99-b200-2d00060fdad5\&quot;,\&quot;order\&quot;:\&quot;999999999\&quot;}},\&quot;0e643cda-d81d-4b69-93af-5de788a0cc12\&quot;:{\&quot;id\&quot;:\&quot;0e643cda-d81d-4b69-93af-5de788a0cc12\&quot;,\&quot;type\&quot;:\&quot;FIGURE_OBJECT\&quot;,\&quot;relativeTransform\&quot;:{\&quot;translate\&quot;:{\&quot;x\&quot;:-303.631679822897,\&quot;y\&quot;:171.05031067640041},\&quot;rotate\&quot;:0},\&quot;text\&quot;:{\&quot;textData\&quot;:{\&quot;lineSpacing\&quot;:\&quot;normal\&quot;,\&quot;alignment\&quot;:\&quot;center\&quot;,\&quot;verticalAlign\&quot;:\&quot;TOP\&quot;,\&quot;lines\&quot;:[{\&quot;runs\&quot;:[{\&quot;range\&quot;:[0,8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Hispanic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410.949716920642,\&quot;y\&quot;:37},\&quot;targetSize\&quot;:{\&quot;x\&quot;:410.949716920642,\&quot;y\&quot;:37}},\&quot;tableCellBinding\&quot;:{\&quot;row\&quot;:8,\&quot;column\&quot;:0},\&quot;parent\&quot;:{\&quot;type\&quot;:\&quot;CHILD\&quot;,\&quot;parentId\&quot;:\&quot;007e1bb4-bb07-4c99-b200-2d00060fdad5\&quot;,\&quot;order\&quot;:\&quot;9999999997\&quot;}},\&quot;856f4af7-fd20-4c83-9898-ede02021c6b8\&quot;:{\&quot;id\&quot;:\&quot;856f4af7-fd20-4c83-9898-ede02021c6b8\&quot;,\&quot;type\&quot;:\&quot;FIGURE_OBJECT\&quot;,\&quot;relativeTransform\&quot;:{\&quot;translate\&quot;:{\&quot;x\&quot;:62.582837956173165,\&quot;y\&quot;:171.05031067640041},\&quot;rotate\&quot;:0},\&quot;text\&quot;:{\&quot;textData\&quot;:{\&quot;lineSpacing\&quot;:\&quot;normal\&quot;,\&quot;alignment\&quot;:\&quot;center\&quot;,\&quot;verticalAlign\&quot;:\&quot;TOP\&quot;,\&quot;lines\&quot;:[{\&quot;runs\&quot;:[{\&quot;range\&quot;:[0,10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230 (2.4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8,\&quot;column\&quot;:1},\&quot;parent\&quot;:{\&quot;type\&quot;:\&quot;CHILD\&quot;,\&quot;parentId\&quot;:\&quot;007e1bb4-bb07-4c99-b200-2d00060fdad5\&quot;,\&quot;order\&quot;:\&quot;9999999998\&quot;}},\&quot;e265507d-323c-4030-b743-bcff5cdffd1d\&quot;:{\&quot;id\&quot;:\&quot;e265507d-323c-4030-b743-bcff5cdffd1d\&quot;,\&quot;type\&quot;:\&quot;FIGURE_OBJECT\&quot;,\&quot;relativeTransform\&quot;:{\&quot;translate\&quot;:{\&quot;x\&quot;:366.2145177790702,\&quot;y\&quot;:171.05031067640041},\&quot;rotate\&quot;:0},\&quot;text\&quot;:{\&quot;textData\&quot;:{\&quot;lineSpacing\&quot;:\&quot;normal\&quot;,\&quot;alignment\&quot;:\&quot;center\&quot;,\&quot;verticalAlign\&quot;:\&quot;TOP\&quot;,\&quot;lines\&quot;:[{\&quot;runs\&quot;:[{\&quot;range\&quot;:[0,8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0 (0.0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8,\&quot;column\&quot;:2},\&quot;parent\&quot;:{\&quot;type\&quot;:\&quot;CHILD\&quot;,\&quot;parentId\&quot;:\&quot;007e1bb4-bb07-4c99-b200-2d00060fdad5\&quot;,\&quot;order\&quot;:\&quot;9999999999\&quot;}},\&quot;7d6efb98-d1f5-45c6-b99f-456f36e8bb6b\&quot;:{\&quot;id\&quot;:\&quot;7d6efb98-d1f5-45c6-b99f-456f36e8bb6b\&quot;,\&quot;type\&quot;:\&quot;FIGURE_OBJECT\&quot;,\&quot;relativeTransform\&quot;:{\&quot;translate\&quot;:{\&quot;x\&quot;:-303.631679822897,\&quot;y\&quot;:225.89794949100175},\&quot;rotate\&quot;:0},\&quot;text\&quot;:{\&quot;textData\&quot;:{\&quot;lineSpacing\&quot;:\&quot;normal\&quot;,\&quot;alignment\&quot;:\&quot;center\&quot;,\&quot;verticalAlign\&quot;:\&quot;TOP\&quot;,\&quot;lines\&quot;:[{\&quot;runs\&quot;:[{\&quot;range\&quot;:[0,5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Other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410.949716920642,\&quot;y\&quot;:37},\&quot;targetSize\&quot;:{\&quot;x\&quot;:410.949716920642,\&quot;y\&quot;:37}},\&quot;tableCellBinding\&quot;:{\&quot;row\&quot;:9,\&quot;column\&quot;:0},\&quot;parent\&quot;:{\&quot;type\&quot;:\&quot;CHILD\&quot;,\&quot;parentId\&quot;:\&quot;007e1bb4-bb07-4c99-b200-2d00060fdad5\&quot;,\&quot;order\&quot;:\&quot;99999999997\&quot;}},\&quot;d93765e7-51af-40b6-b182-27e76addcf96\&quot;:{\&quot;id\&quot;:\&quot;d93765e7-51af-40b6-b182-27e76addcf96\&quot;,\&quot;type\&quot;:\&quot;FIGURE_OBJECT\&quot;,\&quot;relativeTransform\&quot;:{\&quot;translate\&quot;:{\&quot;x\&quot;:62.582837956173165,\&quot;y\&quot;:225.89794949100175},\&quot;rotate\&quot;:0},\&quot;text\&quot;:{\&quot;textData\&quot;:{\&quot;lineSpacing\&quot;:\&quot;normal\&quot;,\&quot;alignment\&quot;:\&quot;center\&quot;,\&quot;verticalAlign\&quot;:\&quot;TOP\&quot;,\&quot;lines\&quot;:[{\&quot;runs\&quot;:[{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,\&quot;range\&quot;:[0,9]}],\&quot;text\&quot;:\&quot;344 (3.6%)\&quot;}],\&quot;_lastCaretLocation\&quot;:{\&quot;lineIndex\&quot;:0,\&quot;runIndex\&quot;:0,\&quot;charIndex\&quot;:8}},\&quot;format\&quot;:\&quot;BETTER_TEXT\&quot;,\&quot;size\&quot;:{\&quot;x\&quot;:285.78404100829573,\&quot;y\&quot;:37},\&quot;targetSize\&quot;:{\&quot;x\&quot;:285.78404100829573,\&quot;y\&quot;:37}},\&quot;tableCellBinding\&quot;:{\&quot;row\&quot;:9,\&quot;column\&quot;:1},\&quot;parent\&quot;:{\&quot;type\&quot;:\&quot;CHILD\&quot;,\&quot;parentId\&quot;:\&quot;007e1bb4-bb07-4c99-b200-2d00060fdad5\&quot;,\&quot;order\&quot;:\&quot;99999999998\&quot;}},\&quot;ce687084-29f7-4d02-a290-316c631e1428\&quot;:{\&quot;id\&quot;:\&quot;ce687084-29f7-4d02-a290-316c631e1428\&quot;,\&quot;type\&quot;:\&quot;FIGURE_OBJECT\&quot;,\&quot;relativeTransform\&quot;:{\&quot;translate\&quot;:{\&quot;x\&quot;:366.2145177790702,\&quot;y\&quot;:225.89794949100175},\&quot;rotate\&quot;:0},\&quot;text\&quot;:{\&quot;textData\&quot;:{\&quot;lineSpacing\&quot;:\&quot;normal\&quot;,\&quot;alignment\&quot;:\&quot;center\&quot;,\&quot;verticalAlign\&quot;:\&quot;TOP\&quot;,\&quot;lines\&quot;:[{\&quot;runs\&quot;:[{\&quot;range\&quot;:[0,12],\&quot;style\&quot;:{\&quot;color\&quot;:\&quot;rgba(0,0,0,1)\&quot;,\&quot;fontFamily\&quot;:\&quot;Roboto\&quot;,\&quot;decoration\&quot;:\&quot;none\&quot;,\&quot;fontSize\&quot;:31.333333333333332,\&quot;fontWeight\&quot;:\&quot;normal\&quot;,\&quot;fontStyle\&quot;:\&quot;normal\&quot;}}],\&quot;text\&quot;:\&quot;2,322 (2.0%)\&quot;,\&quot;baseStyle\&quot;:{\&quot;fontFamily\&quot;:\&quot;Roboto\&quot;,\&quot;fontSize\&quot;:31.333333333333332,\&quot;color\&quot;:\&quot;black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9,\&quot;column\&quot;:2},\&quot;parent\&quot;:{\&quot;type\&quot;:\&quot;CHILD\&quot;,\&quot;parentId\&quot;:\&quot;007e1bb4-bb07-4c99-b200-2d00060fdad5\&quot;,\&quot;order\&quot;:\&quot;99999999999\&quot;}},\&quot;007e1bb4-bb07-4c99-b200-2d00060fdad5\&quot;:{\&quot;table\&quot;:{\&quot;rows\&quot;:11,\&quot;columns\&quot;:3,\&quot;rowHeight\&quot;:[54.84763881460135,54.84763881460135,54.84763881460135,54.84763881460135,61.355033047197765,61.355033047197765,54.84763881460135,54.84763881460135,54.84763881460135,54.84763881460135,54.84763881460135],\&quot;columnWidth\&quot;:[428.79735573524334,303.63167982289707,303.63167982289707],\&quot;tableStyles\&quot;:{\&quot;defaultCellStyle\&quot;:{\&quot;fill\&quot;:{\&quot;type\&quot;:\&quot;FILL\&quot;,\&quot;fillStyle\&quot;:\&quot;rgba(255,255,255,0)\&quot;},\&quot;outline\&quot;:{\&quot;top\&quot;:{\&quot;type\&quot;:\&quot;STROKE\&quot;,\&quot;lineJoin\&quot;:\&quot;round\&quot;,\&quot;lineWidth\&quot;:1,\&quot;strokeStyle\&quot;:\&quot;#BBBBBC\&quot;},\&quot;bottom\&quot;:{\&quot;type\&quot;:\&quot;STROKE\&quot;,\&quot;lineJoin\&quot;:\&quot;round\&quot;,\&quot;lineWidth\&quot;:1,\&quot;strokeStyle\&quot;:\&quot;#BBBBBC\&quot;},\&quot;left\&quot;:{\&quot;type\&quot;:\&quot;STROKE\&quot;,\&quot;lineJoin\&quot;:\&quot;round\&quot;,\&quot;lineWidth\&quot;:1,\&quot;strokeStyle\&quot;:\&quot;#BBBBBC\&quot;},\&quot;right\&quot;:{\&quot;type\&quot;:\&quot;STROKE\&quot;,\&quot;lineJoin\&quot;:\&quot;round\&quot;,\&quot;lineWidth\&quot;:1,\&quot;strokeStyle\&quot;:\&quot;#BBBBBC\&quot;}},\&quot;padding\&quot;:8.923819407300675},\&quot;theme\&quot;:{\&quot;themeId\&quot;:\&quot;THEME_1\&quot;,\&quot;headerOrientation\&quot;:\&quot;row\&quot;,\&quot;headerStyles\&quot;:{\&quot;fill\&quot;:{\&quot;fillStyle\&quot;:\&quot;#ffffff\&quot;,\&quot;type\&quot;:\&quot;FILL\&quot;},\&quot;textFormat\&quot;:{\&quot;textStyles\&quot;:{\&quot;color\&quot;:\&quot;#000000\&quot;,\&quot;fontWeight\&quot;:\&quot;bold\&quot;}},\&quot;outlinePreset\&quot;:{\&quot;preset\&quot;:\&quot;All\&quot;,\&quot;style\&quot;:{\&quot;strokeStyle\&quot;:\&quot;#BBBBBC\&quot;,\&quot;type\&quot;:\&quot;STROKE\&quot;,\&quot;lineWidth\&quot;:1,\&quot;lineJoin\&quot;:\&quot;round\&quot;}}},\&quot;bodyStyles\&quot;:{\&quot;fill\&quot;:{\&quot;fillStyle\&quot;:\&quot;#ffffff\&quot;,\&quot;type\&quot;:\&quot;FILL\&quot;},\&quot;outlinePreset\&quot;:{\&quot;preset\&quot;:\&quot;All\&quot;,\&quot;style\&quot;:{\&quot;strokeStyle\&quot;:\&quot;#BBBBBC\&quot;,\&quot;type\&quot;:\&quot;STROKE\&quot;,\&quot;lineWidth\&quot;:1,\&quot;lineJoin\&quot;:\&quot;round\&quot;}}}}},\&quot;mergedCells\&quot;:{}},\&quot;type\&quot;:\&quot;FIGURE_OBJECT\&quot;,\&quot;id\&quot;:\&quot;007e1bb4-bb07-4c99-b200-2d00060fdad5\&quot;,\&quot;relativeTransform\&quot;:{\&quot;translate\&quot;:{\&quot;x\&quot;:97.37167195988798,\&quot;y\&quot;:-25.42003434334736},\&quot;rotate\&quot;:0},\&quot;parent\&quot;:{\&quot;type\&quot;:\&quot;CHILD\&quot;,\&quot;parentId\&quot;:\&quot;3c16aa99-ba19-45e3-bfd9-bfada3d7ee2c\&quot;,\&quot;order\&quot;:\&quot;5\&quot;}},\&quot;463b405e-3d10-4810-bb1e-9f4c6dfef23e\&quot;:{\&quot;id\&quot;:\&quot;463b405e-3d10-4810-bb1e-9f4c6dfef23e\&quot;,\&quot;type\&quot;:\&quot;FIGURE_OBJECT\&quot;,\&quot;relativeTransform\&quot;:{\&quot;translate\&quot;:{\&quot;x\&quot;:-303.631679822897,\&quot;y\&quot;:280.7455883056032},\&quot;rotate\&quot;:0},\&quot;text\&quot;:{\&quot;textData\&quot;:{\&quot;lineSpacing\&quot;:\&quot;normal\&quot;,\&quot;alignment\&quot;:\&quot;center\&quot;,\&quot;verticalAlign\&quot;:\&quot;TOP\&quot;,\&quot;lines\&quot;:[{\&quot;runs\&quot;:[{\&quot;range\&quot;:[0,24],\&quot;style\&quot;:{\&quot;color\&quot;:\&quot;#000000\&quot;,\&quot;fontFamily\&quot;:\&quot;Roboto\&quot;,\&quot;decoration\&quot;:\&quot;none\&quot;,\&quot;fontSize\&quot;:31.333333333333332,\&quot;fontWeight\&quot;:\&quot;normal\&quot;,\&quot;fontStyle\&quot;:\&quot;normal\&quot;}}],\&quot;text\&quot;:\&quot;Fluid intelligence score\&quot;,\&quot;baseStyle\&quot;:{\&quot;fontFamily\&quot;:\&quot;Roboto\&quot;,\&quot;fontSize\&quot;:31.333333333333332,\&quot;color\&quot;:\&quot;rgba(0,0,0,1)\&quot;,\&quot;fontWeight\&quot;:\&quot;normal\&quot;,\&quot;fontStyle\&quot;:\&quot;normal\&quot;,\&quot;decoration\&quot;:\&quot;none\&quot;}}]},\&quot;format\&quot;:\&quot;BETTER_TEXT\&quot;,\&quot;size\&quot;:{\&quot;x\&quot;:410.949716920642,\&quot;y\&quot;:37},\&quot;targetSize\&quot;:{\&quot;x\&quot;:410.949716920642,\&quot;y\&quot;:37}},\&quot;tableCellBinding\&quot;:{\&quot;row\&quot;:10,\&quot;column\&quot;:0},\&quot;parent\&quot;:{\&quot;type\&quot;:\&quot;CHILD\&quot;,\&quot;parentId\&quot;:\&quot;007e1bb4-bb07-4c99-b200-2d00060fdad5\&quot;,\&quot;order\&quot;:\&quot;9999999999999999997\&quot;}},\&quot;b7a38d9b-bd2e-4165-99a0-9de5a0452344\&quot;:{\&quot;id\&quot;:\&quot;b7a38d9b-bd2e-4165-99a0-9de5a0452344\&quot;,\&quot;type\&quot;:\&quot;FIGURE_OBJECT\&quot;,\&quot;relativeTransform\&quot;:{\&quot;translate\&quot;:{\&quot;x\&quot;:62.582837956173165,\&quot;y\&quot;:280.7455883056032},\&quot;rotate\&quot;:0},\&quot;text\&quot;:{\&quot;textData\&quot;:{\&quot;lineSpacing\&quot;:\&quot;normal\&quot;,\&quot;alignment\&quot;:\&quot;center\&quot;,\&quot;verticalAlign\&quot;:\&quot;TOP\&quot;,\&quot;lines\&quot;:[{\&quot;runs\&quot;:[{\&quot;range\&quot;:[0,1],\&quot;style\&quot;:{\&quot;color\&quot;:\&quot;#000000\&quot;,\&quot;fontFamily\&quot;:\&quot;Roboto\&quot;,\&quot;decoration\&quot;:\&quot;none\&quot;,\&quot;fontSize\&quot;:31.333333333333332,\&quot;fontWeight\&quot;:\&quot;normal\&quot;,\&quot;fontStyle\&quot;:\&quot;normal\&quot;}}],\&quot;text\&quot;:\&quot;—\&quot;,\&quot;baseStyle\&quot;:{\&quot;fontFamily\&quot;:\&quot;Roboto\&quot;,\&quot;fontSize\&quot;:31.333333333333332,\&quot;color\&quot;:\&quot;rgba(0,0,0,1)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10,\&quot;column\&quot;:1},\&quot;parent\&quot;:{\&quot;type\&quot;:\&quot;CHILD\&quot;,\&quot;parentId\&quot;:\&quot;007e1bb4-bb07-4c99-b200-2d00060fdad5\&quot;,\&quot;order\&quot;:\&quot;9999999999999999998\&quot;}},\&quot;64316629-7b69-4a04-932b-89757e4f1373\&quot;:{\&quot;id\&quot;:\&quot;64316629-7b69-4a04-932b-89757e4f1373\&quot;,\&quot;type\&quot;:\&quot;FIGURE_OBJECT\&quot;,\&quot;relativeTransform\&quot;:{\&quot;translate\&quot;:{\&quot;x\&quot;:366.2145177790702,\&quot;y\&quot;:280.7455883056032},\&quot;rotate\&quot;:0},\&quot;text\&quot;:{\&quot;textData\&quot;:{\&quot;lineSpacing\&quot;:\&quot;normal\&quot;,\&quot;alignment\&quot;:\&quot;center\&quot;,\&quot;verticalAlign\&quot;:\&quot;TOP\&quot;,\&quot;lines\&quot;:[{\&quot;runs\&quot;:[{\&quot;range\&quot;:[0,9],\&quot;style\&quot;:{\&quot;color\&quot;:\&quot;#000000\&quot;,\&quot;fontFamily\&quot;:\&quot;Roboto\&quot;,\&quot;decoration\&quot;:\&quot;none\&quot;,\&quot;fontSize\&quot;:31.333333333333332,\&quot;fontWeight\&quot;:\&quot;normal\&quot;,\&quot;fontStyle\&quot;:\&quot;normal\&quot;}}],\&quot;text\&quot;:\&quot;6.3 ± 2.1\&quot;,\&quot;baseStyle\&quot;:{\&quot;fontFamily\&quot;:\&quot;Roboto\&quot;,\&quot;fontSize\&quot;:31.333333333333332,\&quot;color\&quot;:\&quot;rgba(0,0,0,1)\&quot;,\&quot;fontWeight\&quot;:\&quot;normal\&quot;,\&quot;fontStyle\&quot;:\&quot;normal\&quot;,\&quot;decoration\&quot;:\&quot;none\&quot;}}]},\&quot;format\&quot;:\&quot;BETTER_TEXT\&quot;,\&quot;size\&quot;:{\&quot;x\&quot;:285.78404100829573,\&quot;y\&quot;:37},\&quot;targetSize\&quot;:{\&quot;x\&quot;:285.78404100829573,\&quot;y\&quot;:37}},\&quot;tableCellBinding\&quot;:{\&quot;row\&quot;:10,\&quot;column\&quot;:2},\&quot;parent\&quot;:{\&quot;type\&quot;:\&quot;CHILD\&quot;,\&quot;parentId\&quot;:\&quot;007e1bb4-bb07-4c99-b200-2d00060fdad5\&quot;,\&quot;order\&quot;:\&quot;9999999999999999999\&quot;}}}},\&quot;migrationVersion\&quot;:46}&quot;,&quot;title&quot;:&quot;demographics&quot;,&quot;changeId&quot;:&quot;656b2c25-56f1-4df7-934e-4a7228b84950&quot;}},&quot;source&quot;:{&quot;id&quot;:&quot;69cd8ae6bbeb36ad23912107&quot;,&quot;type&quot;:&quot;ILLUSTRATIONS&quot;,&quot;dateAdded&quot;:&quot;2026-04-10T15:20:08.425Z&quot;},&quot;isPremium&quot;:false,&quot;parent&quot;:{&quot;parentId&quot;:&quot;544a1b74-8a49-4adb-9966-300c35327c66&quot;,&quot;type&quot;:&quot;CHILD&quot;,&quot;order&quot;:&quot;5&quot;}},&quot;583fda10-665e-4fa6-a8bf-5af5e5d3131c&quot;:{&quot;boxContainer&quot;:{&quot;boxSize&quot;:1,&quot;sectionType&quot;:&quot;UNSET&quot;,&quot;boxType&quot;:&quot;COLUMN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0},&quot;scale&quot;:{&quot;x&quot;:1,&quot;y&quot;:1},&quot;rotate&quot;:0,&quot;skewX&quot;:0},&quot;id&quot;:&quot;583fda10-665e-4fa6-a8bf-5af5e5d3131c&quot;,&quot;type&quot;:&quot;FIGURE_OBJECT&quot;,&quot;parent&quot;:{&quot;type&quot;:&quot;CHILD&quot;,&quot;parentId&quot;:&quot;cdd814a7-e928-4f83-bfd7-69f20015d885&quot;,&quot;order&quot;:&quot;5&quot;}},&quot;cdd814a7-e928-4f83-bfd7-69f20015d885&quot;:{&quot;boxContainer&quot;:{&quot;boxSize&quot;:0.711764705882353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,&quot;userDefinedProperties&quot;:{&quot;contentMargin&quot;:true}},&quot;relativeTransform&quot;:{&quot;translate&quot;:{&quot;x&quot;:0,&quot;y&quot;:-171.49838575547608},&quot;scale&quot;:{&quot;x&quot;:1,&quot;y&quot;:1},&quot;rotate&quot;:0,&quot;skewX&quot;:0},&quot;id&quot;:&quot;cdd814a7-e928-4f83-bfd7-69f20015d885&quot;,&quot;type&quot;:&quot;FIGURE_OBJECT&quot;,&quot;parent&quot;:{&quot;type&quot;:&quot;CHILD&quot;,&quot;parentId&quot;:&quot;256af38a-53a4-4ce1-8b1d-edaf9ee6bf95&quot;,&quot;order&quot;:&quot;5&quot;}},&quot;5325e9af-035f-41bc-be6b-2e6d4c3c7d37&quot;:{&quot;boxContainer&quot;:{&quot;boxSize&quot;:1,&quot;sectionType&quot;:&quot;UNSET&quot;,&quot;boxType&quot;:&quot;CONTENT&quot;,&quot;fill&quot;:&quot;transparent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CONTAIN&quot;,&quot;alignmentVertical&quot;:&quot;START&quot;,&quot;alignmentHorizontal&quot;:&quot;START&quot;,&quot;userDefinedProperties&quot;:{&quot;contentMargin&quot;:true}},&quot;relativeTransform&quot;:{&quot;translate&quot;:{&quot;x&quot;:0,&quot;y&quot;:0},&quot;scale&quot;:{&quot;x&quot;:1,&quot;y&quot;:1},&quot;rotate&quot;:0,&quot;skewX&quot;:0},&quot;id&quot;:&quot;5325e9af-035f-41bc-be6b-2e6d4c3c7d37&quot;,&quot;type&quot;:&quot;FIGURE_OBJECT&quot;,&quot;parent&quot;:{&quot;type&quot;:&quot;CHILD&quot;,&quot;parentId&quot;:&quot;67c5a860-c36a-455e-b3c9-d4d5e724da60&quot;,&quot;order&quot;:&quot;5&quot;}},&quot;67c5a860-c36a-455e-b3c9-d4d5e724da60&quot;:{&quot;boxContainer&quot;:{&quot;boxSize&quot;:0.8606847697756789,&quot;sectionType&quot;:&quot;IMAGE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-58.99944466223377},&quot;scale&quot;:{&quot;x&quot;:1,&quot;y&quot;:1},&quot;rotate&quot;:0,&quot;skewX&quot;:0},&quot;id&quot;:&quot;67c5a860-c36a-455e-b3c9-d4d5e724da60&quot;,&quot;type&quot;:&quot;FIGURE_OBJECT&quot;,&quot;parent&quot;:{&quot;type&quot;:&quot;CHILD&quot;,&quot;parentId&quot;:&quot;583fda10-665e-4fa6-a8bf-5af5e5d3131c&quot;,&quot;order&quot;:&quot;5&quot;}},&quot;018e6ba2-06e7-4298-b495-3956c2c1510f&quot;:{&quot;boxContainer&quot;:{&quot;boxSize&quot;:1,&quot;sectionType&quot;:&quot;UNSET&quot;,&quot;boxType&quot;:&quot;CONTENT&quot;,&quot;content&quot;:&quot;FILL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alignmentVertical&quot;:&quot;START&quot;,&quot;alignmentHorizontal&quot;:&quot;START&quot;,&quot;userDefinedProperties&quot;:{&quot;color&quot;:true,&quot;fontSize&quot;:true,&quot;fontFamily&quot;:true,&quot;fontWeight&quot;:true,&quot;contentMargin&quot;:true}},&quot;relativeTransform&quot;:{&quot;translate&quot;:{&quot;x&quot;:0,&quot;y&quot;:0},&quot;scale&quot;:{&quot;x&quot;:1,&quot;y&quot;:1},&quot;rotate&quot;:0,&quot;skewX&quot;:0},&quot;id&quot;:&quot;018e6ba2-06e7-4298-b495-3956c2c1510f&quot;,&quot;type&quot;:&quot;FIGURE_OBJECT&quot;,&quot;parent&quot;:{&quot;type&quot;:&quot;CHILD&quot;,&quot;parentId&quot;:&quot;c192bef3-f8cd-4e45-99aa-d7df1ef6aa5e&quot;,&quot;order&quot;:&quot;5&quot;}},&quot;8ccc8c71-4b2f-46e7-820d-d2192b963882&quot;:{&quot;id&quot;:&quot;8ccc8c71-4b2f-46e7-820d-d2192b963882&quot;,&quot;type&quot;:&quot;FIGURE_OBJECT&quot;,&quot;parent&quot;:{&quot;parentId&quot;:&quot;018e6ba2-06e7-4298-b495-3956c2c1510f&quot;,&quot;type&quot;:&quot;CHILD&quot;,&quot;order&quot;:&quot;5&quot;},&quot;text&quot;:{&quot;textData&quot;:{&quot;lineSpacing&quot;:&quot;half&quot;,&quot;alignment&quot;:&quot;center&quot;,&quot;verticalAlign&quot;:&quot;TOP&quot;,&quot;lines&quot;:[{&quot;runs&quot;:[{&quot;style&quot;:{&quot;fontFamily&quot;:&quot;Roboto&quot;,&quot;fontSize&quot;:40,&quot;color&quot;:&quot;black&quot;,&quot;fontWeight&quot;:&quot;normal&quot;,&quot;fontStyle&quot;:&quot;normal&quot;,&quot;decoration&quot;:&quot;none&quot;,&quot;script&quot;:&quot;none&quot;},&quot;range&quot;:[0,75]}],&quot;text&quot;:&quot;Figure 3. Association of projected gut microbiome PC with fluid intelligence&quot;}],&quot;_lastCaretLocation&quot;:{&quot;lineIndex&quot;:0,&quot;runIndex&quot;:0,&quot;charIndex&quot;:62}},&quot;format&quot;:&quot;BETTER_TEXT&quot;,&quot;size&quot;:{&quot;x&quot;:1057.6569299675027,&quot;y&quot;:117.9988893244675},&quot;targetSize&quot;:{&quot;x&quot;:1057.6569299675027,&quot;y&quot;:117.9988893244675}},&quot;relativeTransform&quot;:{&quot;scale&quot;:{&quot;x&quot;:1,&quot;y&quot;:1},&quot;translate&quot;:{&quot;x&quot;:0,&quot;y&quot;:0}}},&quot;c192bef3-f8cd-4e45-99aa-d7df1ef6aa5e&quot;:{&quot;boxContainer&quot;:{&quot;boxSize&quot;:0.13931523022432113,&quot;sectionType&quot;:&quot;IMAGE_CAPTION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364.4965691421051},&quot;scale&quot;:{&quot;x&quot;:1,&quot;y&quot;:1},&quot;rotate&quot;:0,&quot;skewX&quot;:0},&quot;id&quot;:&quot;c192bef3-f8cd-4e45-99aa-d7df1ef6aa5e&quot;,&quot;type&quot;:&quot;FIGURE_OBJECT&quot;,&quot;parent&quot;:{&quot;type&quot;:&quot;CHILD&quot;,&quot;parentId&quot;:&quot;583fda10-665e-4fa6-a8bf-5af5e5d3131c&quot;,&quot;order&quot;:&quot;7&quot;}},&quot;249b5a9f-4e79-4bb5-8a02-5e88bdd49231&quot;:{&quot;boxContainer&quot;:{&quot;boxSize&quot;:0.28823529411764703,&quot;sectionType&quot;:&quot;UNSET&quot;,&quot;boxType&quot;:&quot;ROW&quot;,&quot;userOffset&quot;:{&quot;x&quot;:0,&quot;y&quot;:0},&quot;boxPadding&quot;:{&quot;left&quot;:0,&quot;top&quot;:0,&quot;right&quot;:0,&quot;bottom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content&quot;:&quot;FILL&quot;,&quot;alignmentVertical&quot;:&quot;START&quot;,&quot;alignmentHorizontal&quot;:&quot;START&quot;},&quot;relativeTransform&quot;:{&quot;translate&quot;:{&quot;x&quot;:0,&quot;y&quot;:423.4960138043389},&quot;scale&quot;:{&quot;x&quot;:1,&quot;y&quot;:1},&quot;rotate&quot;:0,&quot;skewX&quot;:0},&quot;id&quot;:&quot;249b5a9f-4e79-4bb5-8a02-5e88bdd49231&quot;,&quot;type&quot;:&quot;FIGURE_OBJECT&quot;,&quot;parent&quot;:{&quot;type&quot;:&quot;CHILD&quot;,&quot;parentId&quot;:&quot;256af38a-53a4-4ce1-8b1d-edaf9ee6bf95&quot;,&quot;order&quot;:&quot;7&quot;}},&quot;52368037-6b0b-497c-a2e5-d1c5f724d234&quot;:{&quot;boxContainer&quot;:{&quot;boxSize&quot;:1,&quot;sectionType&quot;:&quot;TEXT&quot;,&quot;boxType&quot;:&quot;CONTENT&quot;,&quot;content&quot;:&quot;FILL&quot;,&quot;alignmentHorizontal&quot;:&quot;NONE&quot;,&quot;alignmentVertical&quot;:&quot;NONE&quot;,&quot;boxPadding&quot;:{&quot;left&quot;:0,&quot;top&quot;:0,&quot;right&quot;:0,&quot;bottom&quot;:0},&quot;userOffset&quot;:{&quot;x&quot;:0,&quot;y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userDefinedProperties&quot;:{&quot;color&quot;:true,&quot;fontSize&quot;:true,&quot;fontFamily&quot;:true,&quot;fontWeight&quot;:true,&quot;contentMargin&quot;:true}},&quot;relativeTransform&quot;:{&quot;translate&quot;:{&quot;x&quot;:0,&quot;y&quot;:0},&quot;scale&quot;:{&quot;x&quot;:1,&quot;y&quot;:1},&quot;rotate&quot;:0,&quot;skewX&quot;:0},&quot;id&quot;:&quot;52368037-6b0b-497c-a2e5-d1c5f724d234&quot;,&quot;type&quot;:&quot;FIGURE_OBJECT&quot;,&quot;parent&quot;:{&quot;type&quot;:&quot;CHILD&quot;,&quot;parentId&quot;:&quot;249b5a9f-4e79-4bb5-8a02-5e88bdd49231&quot;,&quot;order&quot;:&quot;5&quot;}},&quot;ada73d79-8edf-4eb5-b761-015d07cf99db&quot;:{&quot;id&quot;:&quot;ada73d79-8edf-4eb5-b761-015d07cf99db&quot;,&quot;type&quot;:&quot;FIGURE_OBJECT&quot;,&quot;parent&quot;:{&quot;parentId&quot;:&quot;52368037-6b0b-497c-a2e5-d1c5f724d234&quot;,&quot;type&quot;:&quot;CHILD&quot;,&quot;order&quot;:&quot;5&quot;},&quot;text&quot;:{&quot;textData&quot;:{&quot;lineSpacing&quot;:&quot;normal&quot;,&quot;alignment&quot;:&quot;left&quot;,&quot;verticalAlign&quot;:&quot;TOP&quot;,&quot;lines&quot;:[{&quot;textIndent&quot;:{&quot;type&quot;:&quot;bullet&quot;,&quot;indent&quot;:1,&quot;symbol&quot;:&quot;●&quot;,&quot;unit&quot;:&quot;levels&quot;},&quot;runs&quot;:[{&quot;style&quot;:{&quot;fontFamily&quot;:&quot;Roboto&quot;,&quot;fontSize&quot;:53.33333333333333,&quot;color&quot;:&quot;black&quot;,&quot;fontWeight&quot;:&quot;normal&quot;,&quot;fontStyle&quot;:&quot;normal&quot;,&quot;decoration&quot;:&quot;none&quot;,&quot;script&quot;:&quot;none&quot;},&quot;range&quot;:[0,153]}],&quot;text&quot;:&quot;PC1 loaded onto Ruminococcus, which are predicted by high vegetable and fruit intake, was most significantly positively associated with fluid intelligence&quot;}],&quot;_lastCaretLocation&quot;:{&quot;lineIndex&quot;:0,&quot;runIndex&quot;:-1,&quot;charIndex&quot;:-1,&quot;endOfLine&quot;:true}},&quot;format&quot;:&quot;BETTER_TEXT&quot;,&quot;size&quot;:{&quot;x&quot;:1057.6569299675027,&quot;y&quot;:342.9967715109521},&quot;targetSize&quot;:{&quot;x&quot;:1057.6569299675027,&quot;y&quot;:342.9967715109521}},&quot;relativeTransform&quot;:{&quot;scale&quot;:{&quot;x&quot;:1,&quot;y&quot;:1},&quot;translate&quot;:{&quot;x&quot;:0,&quot;y&quot;:0}}},&quot;f9ae9fb1-d1f5-4ef0-ad61-63b10d183151&quot;:{&quot;id&quot;:&quot;f9ae9fb1-d1f5-4ef0-ad61-63b10d183151&quot;,&quot;name&quot;:&quot;association&quot;,&quot;type&quot;:&quot;FIGURE_OBJECT&quot;,&quot;relativeTransform&quot;:{&quot;translate&quot;:{&quot;x&quot;:0,&quot;y&quot;:0},&quot;rotate&quot;:0,&quot;skewX&quot;:0,&quot;scale&quot;:{&quot;x&quot;:1.1017259687161487,&quot;y&quot;:1.1017259687161487}},&quot;image&quot;:{&quot;url&quot;:&quot;&quot;,&quot;fallbackUrl&quot;:&quot;&quot;,&quot;isPremium&quot;:false,&quot;isSignedURL&quot;:false,&quot;size&quot;:{&quot;x&quot;:960,&quot;y&quot;:594}},&quot;embedded&quot;:{&quot;illustration&quot;:{&quot;json&quot;:&quot;{\&quot;bioData\&quot;:{\&quot;id\&quot;:\&quot;b4ffa1c9-437a-4a37-9e79-74cb75c0b2aa\&quot;,\&quot;objects\&quot;:{\&quot;b4ffa1c9-437a-4a37-9e79-74cb75c0b2aa\&quot;:{\&quot;id\&quot;:\&quot;b4ffa1c9-437a-4a37-9e79-74cb75c0b2aa\&quot;,\&quot;type\&quot;:\&quot;FIGURE_OBJECT\&quot;,\&quot;document\&quot;:{\&quot;type\&quot;:\&quot;DOCUMENT_GROUP\&quot;,\&quot;canvasType\&quot;:\&quot;FIGURE\&quot;,\&quot;units\&quot;:\&quot;cm\&quot;}},\&quot;74ae8142-385f-4933-afbe-6868e776864b\&quot;:{\&quot;id\&quot;:\&quot;74ae8142-385f-4933-afbe-6868e776864b\&quot;,\&quot;type\&quot;:\&quot;FIGURE_OBJECT\&quot;,\&quot;relativeTransform\&quot;:{\&quot;translate\&quot;:{\&quot;x\&quot;:0,\&quot;y\&quot;:0},\&quot;rotate\&quot;:0,\&quot;skewX\&quot;:0,\&quot;scale\&quot;:{\&quot;x\&quot;:1,\&quot;y\&quot;:1}},\&quot;path\&quot;:{\&quot;type\&quot;:\&quot;RECT\&quot;,\&quot;size\&quot;:{\&quot;x\&quot;:959.9999999999999,\&quot;y\&quot;:672}},\&quot;pathStyles\&quot;:[{\&quot;type\&quot;:\&quot;FILL\&quot;,\&quot;fillStyle\&quot;:\&quot;rgba(0,0,0,0)\&quot;}],\&quot;parent\&quot;:{\&quot;parentId\&quot;:\&quot;b4ffa1c9-437a-4a37-9e79-74cb75c0b2aa\&quot;,\&quot;type\&quot;:\&quot;FRAME\&quot;,\&quot;order\&quot;:\&quot;5\&quot;}},\&quot;874f3edd-92c5-4532-9735-5754a88ad3ac\&quot;:{\&quot;id\&quot;:\&quot;874f3edd-92c5-4532-9735-5754a88ad3ac\&quot;,\&quot;type\&quot;:\&quot;FIGURE_OBJECT\&quot;,\&quot;document\&quot;:{\&quot;type\&quot;:\&quot;FIGURE\&quot;,\&quot;canvasType\&quot;:\&quot;FIGURE\&quot;,\&quot;units\&quot;:\&quot;cm\&quot;,\&quot;aspectRatio\&quot;:0},\&quot;parent\&quot;:{\&quot;parentId\&quot;:\&quot;b4ffa1c9-437a-4a37-9e79-74cb75c0b2aa\&quot;,\&quot;type\&quot;:\&quot;DOCUMENT\&quot;,\&quot;order\&quot;:\&quot;5\&quot;}},\&quot;4a3f1236-9313-47d0-b936-817018c03b60\&quot;:{\&quot;id\&quot;:\&quot;4a3f1236-9313-47d0-b936-817018c03b60\&quot;,\&quot;type\&quot;:\&quot;FIGURE_OBJECT\&quot;,\&quot;relativeTransform\&quot;:{\&quot;translate\&quot;:{\&quot;x\&quot;:0,\&quot;y\&quot;:-39.08879477640278},\&quot;rotate\&quot;:0,\&quot;skewX\&quot;:0,\&quot;scale\&quot;:{\&quot;x\&quot;:1,\&quot;y\&quot;:1}},\&quot;path\&quot;:{\&quot;type\&quot;:\&quot;RECT\&quot;,\&quot;size\&quot;:{\&quot;x\&quot;:959.9999999999999,\&quot;y\&quot;:593.8224104471944}},\&quot;pathStyles\&quot;:[{\&quot;type\&quot;:\&quot;FILL\&quot;,\&quot;fillStyle\&quot;:\&quot;rgba(0,0,0,0)\&quot;}],\&quot;parent\&quot;:{\&quot;type\&quot;:\&quot;FRAME\&quot;,\&quot;parentId\&quot;:\&quot;874f3edd-92c5-4532-9735-5754a88ad3ac\&quot;,\&quot;order\&quot;:\&quot;5\&quot;}},\&quot;0284e9c4-6ab0-4c40-808b-948cf9e61ba7\&quot;:{\&quot;id\&quot;:\&quot;0284e9c4-6ab0-4c40-808b-948cf9e61ba7\&quot;,\&quot;type\&quot;:\&quot;FIGURE_OBJECT\&quot;,\&quot;guide\&quot;:{\&quot;type\&quot;:\&quot;GRID\&quot;,\&quot;distance\&quot;:1,\&quot;units\&quot;:\&quot;cm\&quot;},\&quot;parent\&quot;:{\&quot;parentId\&quot;:\&quot;b4ffa1c9-437a-4a37-9e79-74cb75c0b2aa\&quot;,\&quot;type\&quot;:\&quot;GUIDE\&quot;,\&quot;order\&quot;:\&quot;5\&quot;}},\&quot;2f3f99e7-b0dc-4411-9a65-85518a840c31\&quot;:{\&quot;id\&quot;:\&quot;2f3f99e7-b0dc-4411-9a65-85518a840c31\&quot;,\&quot;name\&quot;:\&quot;image.png\&quot;,\&quot;type\&quot;:\&quot;FIGURE_OBJECT\&quot;,\&quot;relativeTransform\&quot;:{\&quot;translate\&quot;:{\&quot;x\&quot;:-0.00008659679724587477,\&quot;y\&quot;:-42.06012642371533},\&quot;rotate\&quot;:0,\&quot;skewX\&quot;:0,\&quot;scale\&quot;:{\&quot;x\&quot;:3.2000017317870424,\&quot;y\&quot;:3.2000017317870424}},\&quot;image\&quot;:{\&quot;url\&quot;:\&quot;https://core.services.biorender.com/api/uploads/noredirect/69d91eb87ec735220727e9cf/1775836856696_047ef9ad-25f7-42e5-846b-5a79fe6aaa68_icon.png\&quot;,\&quot;isPremium\&quot;:false,\&quot;isSignedURL\&quot;:true,\&quot;size\&quot;:{\&quot;x\&quot;:300,\&quot;y\&quot;:182.13132400430572}},\&quot;source\&quot;:{\&quot;id\&quot;:\&quot;69d91eb87ec735220727e9cf\&quot;,\&quot;type\&quot;:\&quot;UPLOADS\&quot;},\&quot;isPremium\&quot;:false,\&quot;parent\&quot;:{\&quot;type\&quot;:\&quot;CHILD\&quot;,\&quot;parentId\&quot;:\&quot;874f3edd-92c5-4532-9735-5754a88ad3ac\&quot;,\&quot;order\&quot;:\&quot;5\&quot;}}}},\&quot;migrationVersion\&quot;:46}&quot;,&quot;title&quot;:&quot;association&quot;,&quot;changeId&quot;:&quot;fc6a348d-3cf2-460a-bca4-5d84872ade33&quot;}},&quot;source&quot;:{&quot;id&quot;:&quot;69cd7ac375307a12884b8335&quot;,&quot;type&quot;:&quot;ILLUSTRATIONS&quot;,&quot;dateAdded&quot;:&quot;2026-04-10T16:01:15.375Z&quot;},&quot;isPremium&quot;:false,&quot;parent&quot;:{&quot;parentId&quot;:&quot;5325e9af-035f-41bc-be6b-2e6d4c3c7d37&quot;,&quot;type&quot;:&quot;CHILD&quot;,&quot;order&quot;:&quot;5&quot;}},&quot;33d14105-3160-431f-9880-ad237c7ec640&quot;:{&quot;boxContainer&quot;:{&quot;boxSize&quot;:0.11837237977805179,&quot;sectionType&quot;:&quot;IMAGE_CAPTION&quot;,&quot;boxType&quot;:&quot;ROW&quot;,&quot;content&quot;:&quot;CONTAIN&quot;,&quot;boxPadding&quot;:{&quot;left&quot;:0,&quot;top&quot;:0,&quot;right&quot;:0,&quot;bottom&quot;:0},&quot;userOffset&quot;:{&quot;x&quot;:0,&quot;y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alignmentVertical&quot;:&quot;START&quot;,&quot;alignmentHorizontal&quot;:&quot;START&quot;},&quot;relativeTransform&quot;:{&quot;translate&quot;:{&quot;x&quot;:0,&quot;y&quot;:357.4251237126661},&quot;scale&quot;:{&quot;x&quot;:1,&quot;y&quot;:1},&quot;rotate&quot;:0,&quot;skewX&quot;:0},&quot;id&quot;:&quot;33d14105-3160-431f-9880-ad237c7ec640&quot;,&quot;type&quot;:&quot;FIGURE_OBJECT&quot;,&quot;parent&quot;:{&quot;type&quot;:&quot;CHILD&quot;,&quot;parentId&quot;:&quot;4423be60-d7e9-4044-90ae-5ebb62fff43f&quot;,&quot;order&quot;:&quot;7&quot;}},&quot;d9bd6599-60e2-4e25-9ab1-5e6f87992b62&quot;:{&quot;boxContainer&quot;:{&quot;boxSize&quot;:1,&quot;sectionType&quot;:&quot;UNSET&quot;,&quot;boxType&quot;:&quot;CONTENT&quot;,&quot;content&quot;:&quot;FILL&quot;,&quot;boxPadding&quot;:{&quot;left&quot;:0,&quot;top&quot;:0,&quot;right&quot;:0,&quot;bottom&quot;:0},&quot;userOffset&quot;:{&quot;x&quot;:0,&quot;y&quot;:0},&quot;margin&quot;:{&quot;left&quot;:0,&quot;top&quot;:0,&quot;right&quot;:0,&quot;bottom&quot;:0},&quot;border&quot;:{&quot;left&quot;:{&quot;thickness&quot;:0,&quot;color&quot;:&quot;transparent&quot;,&quot;length&quot;:0},&quot;top&quot;:{&quot;thickness&quot;:0,&quot;color&quot;:&quot;transparent&quot;,&quot;length&quot;:0},&quot;right&quot;:{&quot;thickness&quot;:0,&quot;color&quot;:&quot;transparent&quot;,&quot;length&quot;:0},&quot;bottom&quot;:{&quot;thickness&quot;:0,&quot;color&quot;:&quot;transparent&quot;,&quot;length&quot;:0}},&quot;alignmentVertical&quot;:&quot;START&quot;,&quot;alignmentHorizontal&quot;:&quot;START&quot;,&quot;userDefinedProperties&quot;:{&quot;color&quot;:true,&quot;fontSize&quot;:true,&quot;fontFamily&quot;:true,&quot;fontWeight&quot;:true,&quot;contentMargin&quot;:true}},&quot;relativeTransform&quot;:{&quot;translate&quot;:{&quot;x&quot;:0,&quot;y&quot;:0},&quot;scale&quot;:{&quot;x&quot;:1,&quot;y&quot;:1},&quot;rotate&quot;:0,&quot;skewX&quot;:0},&quot;id&quot;:&quot;d9bd6599-60e2-4e25-9ab1-5e6f87992b62&quot;,&quot;type&quot;:&quot;FIGURE_OBJECT&quot;,&quot;parent&quot;:{&quot;type&quot;:&quot;CHILD&quot;,&quot;parentId&quot;:&quot;33d14105-3160-431f-9880-ad237c7ec640&quot;,&quot;order&quot;:&quot;5&quot;}},&quot;35a520ce-41e9-4fe6-a6a2-f24171881bbb&quot;:{&quot;id&quot;:&quot;35a520ce-41e9-4fe6-a6a2-f24171881bbb&quot;,&quot;type&quot;:&quot;FIGURE_OBJECT&quot;,&quot;parent&quot;:{&quot;parentId&quot;:&quot;d9bd6599-60e2-4e25-9ab1-5e6f87992b62&quot;,&quot;type&quot;:&quot;CHILD&quot;,&quot;order&quot;:&quot;5&quot;},&quot;text&quot;:{&quot;textData&quot;:{&quot;lineSpacing&quot;:&quot;half&quot;,&quot;alignment&quot;:&quot;center&quot;,&quot;verticalAlign&quot;:&quot;TOP&quot;,&quot;lines&quot;:[{&quot;runs&quot;:[{&quot;style&quot;:{&quot;fontFamily&quot;:&quot;Roboto&quot;,&quot;fontSize&quot;:40,&quot;color&quot;:&quot;black&quot;,&quot;fontWeight&quot;:&quot;normal&quot;,&quot;fontStyle&quot;:&quot;normal&quot;,&quot;decoration&quot;:&quot;none&quot;,&quot;script&quot;:&quot;none&quot;},&quot;range&quot;:[0,25]}],&quot;text&quot;:&quot;Figure 1. ML-LAMP pipeline&quot;}],&quot;_lastCaretLocation&quot;:{&quot;lineIndex&quot;:0,&quot;runIndex&quot;:-1,&quot;charIndex&quot;:-1,&quot;endOfLine&quot;:true}},&quot;format&quot;:&quot;BETTER_TEXT&quot;,&quot;size&quot;:{&quot;x&quot;:1251.141475622962,&quot;y&quot;:95.97989336060405},&quot;targetSize&quot;:{&quot;x&quot;:1251.141475622962,&quot;y&quot;:95.97989336060405}},&quot;relativeTransform&quot;:{&quot;scale&quot;:{&quot;x&quot;:1,&quot;y&quot;:1},&quot;translate&quot;:{&quot;x&quot;:0,&quot;y&quot;:0}}},&quot;d525e2b3-e136-48a5-b37f-f436b1dc26ed&quot;:{&quot;id&quot;:&quot;d525e2b3-e136-48a5-b37f-f436b1dc26ed&quot;,&quot;type&quot;:&quot;FIGURE_OBJECT&quot;,&quot;document&quot;:{&quot;type&quot;:&quot;DOCUMENT_GROUP&quot;,&quot;canvasType&quot;:&quot;POSTER&quot;,&quot;units&quot;:&quot;in&quot;}}}}"/>
  <p:tag name="TRANSPARENTBACKGROUND" val="false"/>
  <p:tag name="VERSION" val="1775837397901"/>
  <p:tag name="FIGURESLIDEID" val="cb8a05fc-01f0-466d-8f3f-9f22fb81c26b"/>
  <p:tag name="TITLE" val="poster"/>
  <p:tag name="CREATORNAME" val="Daniel Felsky"/>
  <p:tag name="DATEINSERTED" val="177583740637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78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977caf5-325f-4608-a3a7-effbc1a8c445}">
  <we:reference id="WA200006038" version="1.0.0.5" store="en-US" storeType="OMEX"/>
  <we:alternateReferences/>
  <we:properties>
    <we:property name="Microsoft.Office.CampaignId" value="&quot;none&quot;"/>
    <we:property name="has-user-completed-add" value="true"/>
    <we:property name="pptx_export_from_biorender" value="fals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Hongrui Liu</cp:lastModifiedBy>
  <cp:revision>4</cp:revision>
  <dcterms:created xsi:type="dcterms:W3CDTF">2018-06-07T21:39:02Z</dcterms:created>
  <dcterms:modified xsi:type="dcterms:W3CDTF">2026-04-10T16:10:14Z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